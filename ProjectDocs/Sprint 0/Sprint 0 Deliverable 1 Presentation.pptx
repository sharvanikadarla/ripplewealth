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embeddedFontLst>
    <p:embeddedFont>
      <p:font typeface="Quattrocento Sans"/>
      <p:regular r:id="rId22"/>
      <p:bold r:id="rId23"/>
      <p:italic r:id="rId24"/>
      <p:boldItalic r:id="rId25"/>
    </p:embeddedFont>
    <p:embeddedFont>
      <p:font typeface="Merriweather"/>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j8flfoIHJnmLyQT1B2wCZ6exlA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QuattrocentoSans-regular.fntdata"/><Relationship Id="rId21" Type="http://schemas.openxmlformats.org/officeDocument/2006/relationships/slide" Target="slides/slide17.xml"/><Relationship Id="rId24" Type="http://schemas.openxmlformats.org/officeDocument/2006/relationships/font" Target="fonts/QuattrocentoSans-italic.fntdata"/><Relationship Id="rId23" Type="http://schemas.openxmlformats.org/officeDocument/2006/relationships/font" Target="fonts/Quattrocento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erriweather-regular.fntdata"/><Relationship Id="rId25" Type="http://schemas.openxmlformats.org/officeDocument/2006/relationships/font" Target="fonts/QuattrocentoSans-boldItalic.fntdata"/><Relationship Id="rId28" Type="http://schemas.openxmlformats.org/officeDocument/2006/relationships/font" Target="fonts/Merriweather-italic.fntdata"/><Relationship Id="rId27" Type="http://schemas.openxmlformats.org/officeDocument/2006/relationships/font" Target="fonts/Merriweather-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Merriweather-boldItalic.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39b079c03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39b079c0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39b079c03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939b079c03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39b079c03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39b079c0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39b079c03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939b079c03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39b079c03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39b079c03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39b079c03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939b079c03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939b079c03_0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939b079c03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939b079c03_0_1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939b079c03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939b079c03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939b079c0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939b079c03_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939b079c03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939b079c03_0_1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939b079c03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939b079c03_0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939b079c03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939d14fa09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939d14fa0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939d14fa09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939d14fa0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939b079c03_0_1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939b079c03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939b079c03_0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939b079c03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3"/>
          <p:cNvGrpSpPr/>
          <p:nvPr/>
        </p:nvGrpSpPr>
        <p:grpSpPr>
          <a:xfrm>
            <a:off x="-78" y="-6350"/>
            <a:ext cx="9144178" cy="5149935"/>
            <a:chOff x="-104" y="-8467"/>
            <a:chExt cx="12192237" cy="6866580"/>
          </a:xfrm>
        </p:grpSpPr>
        <p:cxnSp>
          <p:nvCxnSpPr>
            <p:cNvPr id="24" name="Google Shape;24;p3"/>
            <p:cNvCxnSpPr/>
            <p:nvPr/>
          </p:nvCxnSpPr>
          <p:spPr>
            <a:xfrm>
              <a:off x="9371012" y="0"/>
              <a:ext cx="1219200" cy="6858000"/>
            </a:xfrm>
            <a:prstGeom prst="straightConnector1">
              <a:avLst/>
            </a:prstGeom>
            <a:noFill/>
            <a:ln cap="flat" cmpd="sng" w="7150">
              <a:solidFill>
                <a:srgbClr val="BFBFBF"/>
              </a:solidFill>
              <a:prstDash val="solid"/>
              <a:round/>
              <a:headEnd len="sm" w="sm" type="none"/>
              <a:tailEnd len="sm" w="sm" type="none"/>
            </a:ln>
          </p:spPr>
        </p:cxnSp>
        <p:cxnSp>
          <p:nvCxnSpPr>
            <p:cNvPr id="25" name="Google Shape;25;p3"/>
            <p:cNvCxnSpPr/>
            <p:nvPr/>
          </p:nvCxnSpPr>
          <p:spPr>
            <a:xfrm flipH="1">
              <a:off x="7425125" y="3681413"/>
              <a:ext cx="4763700" cy="3176700"/>
            </a:xfrm>
            <a:prstGeom prst="straightConnector1">
              <a:avLst/>
            </a:prstGeom>
            <a:noFill/>
            <a:ln cap="flat" cmpd="sng" w="7150">
              <a:solidFill>
                <a:srgbClr val="D8D8D8"/>
              </a:solidFill>
              <a:prstDash val="solid"/>
              <a:round/>
              <a:headEnd len="sm" w="sm" type="none"/>
              <a:tailEnd len="sm" w="sm" type="none"/>
            </a:ln>
          </p:spPr>
        </p:cxnSp>
        <p:sp>
          <p:nvSpPr>
            <p:cNvPr id="26" name="Google Shape;26;p3"/>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0"/>
              </a:schemeClr>
            </a:solidFill>
            <a:ln>
              <a:noFill/>
            </a:ln>
          </p:spPr>
        </p:sp>
        <p:sp>
          <p:nvSpPr>
            <p:cNvPr id="27" name="Google Shape;27;p3"/>
            <p:cNvSpPr/>
            <p:nvPr/>
          </p:nvSpPr>
          <p:spPr>
            <a:xfrm>
              <a:off x="9603442" y="-8467"/>
              <a:ext cx="258617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8" name="Google Shape;28;p3"/>
            <p:cNvSpPr/>
            <p:nvPr/>
          </p:nvSpPr>
          <p:spPr>
            <a:xfrm>
              <a:off x="8932333" y="3048000"/>
              <a:ext cx="3259800" cy="3810000"/>
            </a:xfrm>
            <a:prstGeom prst="triangle">
              <a:avLst>
                <a:gd fmla="val 100000" name="adj"/>
              </a:avLst>
            </a:prstGeom>
            <a:solidFill>
              <a:schemeClr val="accent2">
                <a:alpha val="71760"/>
              </a:scheme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 name="Google Shape;29;p3"/>
            <p:cNvSpPr/>
            <p:nvPr/>
          </p:nvSpPr>
          <p:spPr>
            <a:xfrm>
              <a:off x="9334500" y="-8467"/>
              <a:ext cx="2850868"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477B2">
                <a:alpha val="69800"/>
              </a:srgbClr>
            </a:solidFill>
            <a:ln>
              <a:noFill/>
            </a:ln>
          </p:spPr>
        </p:sp>
        <p:sp>
          <p:nvSpPr>
            <p:cNvPr id="30" name="Google Shape;30;p3"/>
            <p:cNvSpPr/>
            <p:nvPr/>
          </p:nvSpPr>
          <p:spPr>
            <a:xfrm>
              <a:off x="10898730" y="-8467"/>
              <a:ext cx="1290094" cy="6858000"/>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8FA1CF">
                <a:alpha val="69800"/>
              </a:srgbClr>
            </a:solidFill>
            <a:ln>
              <a:noFill/>
            </a:ln>
          </p:spPr>
        </p:sp>
        <p:sp>
          <p:nvSpPr>
            <p:cNvPr id="31" name="Google Shape;31;p3"/>
            <p:cNvSpPr/>
            <p:nvPr/>
          </p:nvSpPr>
          <p:spPr>
            <a:xfrm>
              <a:off x="10938999" y="-8467"/>
              <a:ext cx="1249825" cy="6858000"/>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9"/>
              </a:schemeClr>
            </a:solidFill>
            <a:ln>
              <a:noFill/>
            </a:ln>
          </p:spPr>
        </p:sp>
        <p:sp>
          <p:nvSpPr>
            <p:cNvPr id="32" name="Google Shape;32;p3"/>
            <p:cNvSpPr/>
            <p:nvPr/>
          </p:nvSpPr>
          <p:spPr>
            <a:xfrm>
              <a:off x="10371666" y="3589867"/>
              <a:ext cx="1817100" cy="3268200"/>
            </a:xfrm>
            <a:prstGeom prst="triangle">
              <a:avLst>
                <a:gd fmla="val 100000" name="adj"/>
              </a:avLst>
            </a:prstGeom>
            <a:solidFill>
              <a:schemeClr val="accent1">
                <a:alpha val="80000"/>
              </a:scheme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 name="Google Shape;33;p3"/>
            <p:cNvSpPr/>
            <p:nvPr/>
          </p:nvSpPr>
          <p:spPr>
            <a:xfrm rot="10800000">
              <a:off x="-104" y="54"/>
              <a:ext cx="842700" cy="5666100"/>
            </a:xfrm>
            <a:prstGeom prst="triangle">
              <a:avLst>
                <a:gd fmla="val 100000" name="adj"/>
              </a:avLst>
            </a:prstGeom>
            <a:solidFill>
              <a:schemeClr val="accent1">
                <a:alpha val="84710"/>
              </a:scheme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
        <p:nvSpPr>
          <p:cNvPr id="34" name="Google Shape;34;p3"/>
          <p:cNvSpPr txBox="1"/>
          <p:nvPr>
            <p:ph type="ctrTitle"/>
          </p:nvPr>
        </p:nvSpPr>
        <p:spPr>
          <a:xfrm>
            <a:off x="1130300" y="1803401"/>
            <a:ext cx="5825100" cy="1234800"/>
          </a:xfrm>
          <a:prstGeom prst="rect">
            <a:avLst/>
          </a:prstGeom>
          <a:noFill/>
          <a:ln>
            <a:noFill/>
          </a:ln>
        </p:spPr>
        <p:txBody>
          <a:bodyPr anchorCtr="0" anchor="b" bIns="34275" lIns="68575" spcFirstLastPara="1" rIns="68575" wrap="square" tIns="34275">
            <a:noAutofit/>
          </a:bodyPr>
          <a:lstStyle>
            <a:lvl1pPr lvl="0" algn="r">
              <a:spcBef>
                <a:spcPts val="0"/>
              </a:spcBef>
              <a:spcAft>
                <a:spcPts val="0"/>
              </a:spcAft>
              <a:buClr>
                <a:schemeClr val="accent1"/>
              </a:buClr>
              <a:buSzPts val="4050"/>
              <a:buFont typeface="Quattrocento Sans"/>
              <a:buNone/>
              <a:defRPr sz="4050">
                <a:solidFill>
                  <a:schemeClr val="accent1"/>
                </a:solidFill>
              </a:defRPr>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35" name="Google Shape;35;p3"/>
          <p:cNvSpPr txBox="1"/>
          <p:nvPr>
            <p:ph idx="1" type="subTitle"/>
          </p:nvPr>
        </p:nvSpPr>
        <p:spPr>
          <a:xfrm>
            <a:off x="1130300" y="3038125"/>
            <a:ext cx="5825100" cy="822600"/>
          </a:xfrm>
          <a:prstGeom prst="rect">
            <a:avLst/>
          </a:prstGeom>
          <a:noFill/>
          <a:ln>
            <a:noFill/>
          </a:ln>
        </p:spPr>
        <p:txBody>
          <a:bodyPr anchorCtr="0" anchor="t" bIns="34275" lIns="68575" spcFirstLastPara="1" rIns="68575" wrap="square" tIns="34275">
            <a:normAutofit/>
          </a:bodyPr>
          <a:lstStyle>
            <a:lvl1pPr lvl="0" algn="r">
              <a:spcBef>
                <a:spcPts val="750"/>
              </a:spcBef>
              <a:spcAft>
                <a:spcPts val="0"/>
              </a:spcAft>
              <a:buSzPts val="1080"/>
              <a:buNone/>
              <a:defRPr sz="1350">
                <a:solidFill>
                  <a:srgbClr val="7F7F7F"/>
                </a:solidFill>
              </a:defRPr>
            </a:lvl1pPr>
            <a:lvl2pPr lvl="1" algn="ctr">
              <a:spcBef>
                <a:spcPts val="750"/>
              </a:spcBef>
              <a:spcAft>
                <a:spcPts val="0"/>
              </a:spcAft>
              <a:buSzPts val="960"/>
              <a:buNone/>
              <a:defRPr sz="1200">
                <a:solidFill>
                  <a:srgbClr val="888888"/>
                </a:solidFill>
              </a:defRPr>
            </a:lvl2pPr>
            <a:lvl3pPr lvl="2" algn="ctr">
              <a:spcBef>
                <a:spcPts val="750"/>
              </a:spcBef>
              <a:spcAft>
                <a:spcPts val="0"/>
              </a:spcAft>
              <a:buSzPts val="840"/>
              <a:buNone/>
              <a:defRPr sz="1050">
                <a:solidFill>
                  <a:srgbClr val="888888"/>
                </a:solidFill>
              </a:defRPr>
            </a:lvl3pPr>
            <a:lvl4pPr lvl="3" algn="ctr">
              <a:spcBef>
                <a:spcPts val="750"/>
              </a:spcBef>
              <a:spcAft>
                <a:spcPts val="0"/>
              </a:spcAft>
              <a:buSzPts val="720"/>
              <a:buNone/>
              <a:defRPr sz="900">
                <a:solidFill>
                  <a:srgbClr val="888888"/>
                </a:solidFill>
              </a:defRPr>
            </a:lvl4pPr>
            <a:lvl5pPr lvl="4" algn="ctr">
              <a:spcBef>
                <a:spcPts val="750"/>
              </a:spcBef>
              <a:spcAft>
                <a:spcPts val="0"/>
              </a:spcAft>
              <a:buSzPts val="720"/>
              <a:buNone/>
              <a:defRPr sz="900">
                <a:solidFill>
                  <a:srgbClr val="888888"/>
                </a:solidFill>
              </a:defRPr>
            </a:lvl5pPr>
            <a:lvl6pPr lvl="5" algn="ctr">
              <a:spcBef>
                <a:spcPts val="750"/>
              </a:spcBef>
              <a:spcAft>
                <a:spcPts val="0"/>
              </a:spcAft>
              <a:buSzPts val="720"/>
              <a:buNone/>
              <a:defRPr sz="900">
                <a:solidFill>
                  <a:srgbClr val="888888"/>
                </a:solidFill>
              </a:defRPr>
            </a:lvl6pPr>
            <a:lvl7pPr lvl="6" algn="ctr">
              <a:spcBef>
                <a:spcPts val="750"/>
              </a:spcBef>
              <a:spcAft>
                <a:spcPts val="0"/>
              </a:spcAft>
              <a:buSzPts val="720"/>
              <a:buNone/>
              <a:defRPr sz="900">
                <a:solidFill>
                  <a:srgbClr val="888888"/>
                </a:solidFill>
              </a:defRPr>
            </a:lvl7pPr>
            <a:lvl8pPr lvl="7" algn="ctr">
              <a:spcBef>
                <a:spcPts val="750"/>
              </a:spcBef>
              <a:spcAft>
                <a:spcPts val="0"/>
              </a:spcAft>
              <a:buSzPts val="720"/>
              <a:buNone/>
              <a:defRPr sz="900">
                <a:solidFill>
                  <a:srgbClr val="888888"/>
                </a:solidFill>
              </a:defRPr>
            </a:lvl8pPr>
            <a:lvl9pPr lvl="8" algn="ctr">
              <a:spcBef>
                <a:spcPts val="750"/>
              </a:spcBef>
              <a:spcAft>
                <a:spcPts val="0"/>
              </a:spcAft>
              <a:buSzPts val="720"/>
              <a:buNone/>
              <a:defRPr sz="900">
                <a:solidFill>
                  <a:srgbClr val="888888"/>
                </a:solidFill>
              </a:defRPr>
            </a:lvl9pPr>
          </a:lstStyle>
          <a:p/>
        </p:txBody>
      </p:sp>
      <p:sp>
        <p:nvSpPr>
          <p:cNvPr id="36" name="Google Shape;36;p3"/>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37" name="Google Shape;37;p3"/>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38" name="Google Shape;38;p3"/>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4"/>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2700"/>
              <a:buFont typeface="Quattrocento Sans"/>
              <a:buNone/>
              <a:defRPr sz="2700"/>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41" name="Google Shape;41;p4"/>
          <p:cNvSpPr txBox="1"/>
          <p:nvPr>
            <p:ph idx="1" type="body"/>
          </p:nvPr>
        </p:nvSpPr>
        <p:spPr>
          <a:xfrm>
            <a:off x="508000" y="1620442"/>
            <a:ext cx="6447600" cy="2910600"/>
          </a:xfrm>
          <a:prstGeom prst="rect">
            <a:avLst/>
          </a:prstGeom>
          <a:noFill/>
          <a:ln>
            <a:noFill/>
          </a:ln>
        </p:spPr>
        <p:txBody>
          <a:bodyPr anchorCtr="0" anchor="t" bIns="34275" lIns="68575" spcFirstLastPara="1" rIns="68575" wrap="square" tIns="34275">
            <a:normAutofit/>
          </a:bodyPr>
          <a:lstStyle>
            <a:lvl1pPr indent="-297180" lvl="0" marL="457200" algn="l">
              <a:spcBef>
                <a:spcPts val="750"/>
              </a:spcBef>
              <a:spcAft>
                <a:spcPts val="0"/>
              </a:spcAft>
              <a:buSzPts val="1080"/>
              <a:buChar char="►"/>
              <a:defRPr sz="1350"/>
            </a:lvl1pPr>
            <a:lvl2pPr indent="-297180" lvl="1" marL="914400" algn="l">
              <a:spcBef>
                <a:spcPts val="750"/>
              </a:spcBef>
              <a:spcAft>
                <a:spcPts val="0"/>
              </a:spcAft>
              <a:buSzPts val="1080"/>
              <a:buChar char="►"/>
              <a:defRPr sz="1200"/>
            </a:lvl2pPr>
            <a:lvl3pPr indent="-297180" lvl="2" marL="1371600" algn="l">
              <a:spcBef>
                <a:spcPts val="750"/>
              </a:spcBef>
              <a:spcAft>
                <a:spcPts val="0"/>
              </a:spcAft>
              <a:buSzPts val="1080"/>
              <a:buChar char="►"/>
              <a:defRPr sz="1050"/>
            </a:lvl3pPr>
            <a:lvl4pPr indent="-297180" lvl="3" marL="1828800" algn="l">
              <a:spcBef>
                <a:spcPts val="750"/>
              </a:spcBef>
              <a:spcAft>
                <a:spcPts val="0"/>
              </a:spcAft>
              <a:buSzPts val="1080"/>
              <a:buChar char="►"/>
              <a:defRPr sz="900"/>
            </a:lvl4pPr>
            <a:lvl5pPr indent="-297179" lvl="4" marL="2286000" algn="l">
              <a:spcBef>
                <a:spcPts val="750"/>
              </a:spcBef>
              <a:spcAft>
                <a:spcPts val="0"/>
              </a:spcAft>
              <a:buSzPts val="1080"/>
              <a:buChar char="►"/>
              <a:defRPr sz="900"/>
            </a:lvl5pPr>
            <a:lvl6pPr indent="-297179" lvl="5" marL="2743200" algn="l">
              <a:spcBef>
                <a:spcPts val="750"/>
              </a:spcBef>
              <a:spcAft>
                <a:spcPts val="0"/>
              </a:spcAft>
              <a:buSzPts val="1080"/>
              <a:buChar char="►"/>
              <a:defRPr sz="900"/>
            </a:lvl6pPr>
            <a:lvl7pPr indent="-297179" lvl="6" marL="3200400" algn="l">
              <a:spcBef>
                <a:spcPts val="750"/>
              </a:spcBef>
              <a:spcAft>
                <a:spcPts val="0"/>
              </a:spcAft>
              <a:buSzPts val="1080"/>
              <a:buChar char="►"/>
              <a:defRPr sz="900"/>
            </a:lvl7pPr>
            <a:lvl8pPr indent="-297179" lvl="7" marL="3657600" algn="l">
              <a:spcBef>
                <a:spcPts val="750"/>
              </a:spcBef>
              <a:spcAft>
                <a:spcPts val="0"/>
              </a:spcAft>
              <a:buSzPts val="1080"/>
              <a:buChar char="►"/>
              <a:defRPr sz="900"/>
            </a:lvl8pPr>
            <a:lvl9pPr indent="-297179" lvl="8" marL="4114800" algn="l">
              <a:spcBef>
                <a:spcPts val="750"/>
              </a:spcBef>
              <a:spcAft>
                <a:spcPts val="0"/>
              </a:spcAft>
              <a:buSzPts val="1080"/>
              <a:buChar char="►"/>
              <a:defRPr sz="900"/>
            </a:lvl9pPr>
          </a:lstStyle>
          <a:p/>
        </p:txBody>
      </p:sp>
      <p:sp>
        <p:nvSpPr>
          <p:cNvPr id="42" name="Google Shape;42;p4"/>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43" name="Google Shape;43;p4"/>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44" name="Google Shape;44;p4"/>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5"/>
          <p:cNvSpPr txBox="1"/>
          <p:nvPr>
            <p:ph type="title"/>
          </p:nvPr>
        </p:nvSpPr>
        <p:spPr>
          <a:xfrm>
            <a:off x="508001" y="2025650"/>
            <a:ext cx="6447600" cy="13698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accent1"/>
              </a:buClr>
              <a:buSzPts val="3000"/>
              <a:buFont typeface="Quattrocento Sans"/>
              <a:buNone/>
              <a:defRPr b="0" sz="3000" cap="none"/>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47" name="Google Shape;47;p5"/>
          <p:cNvSpPr txBox="1"/>
          <p:nvPr>
            <p:ph idx="1" type="body"/>
          </p:nvPr>
        </p:nvSpPr>
        <p:spPr>
          <a:xfrm>
            <a:off x="508001" y="3395586"/>
            <a:ext cx="6447600" cy="645300"/>
          </a:xfrm>
          <a:prstGeom prst="rect">
            <a:avLst/>
          </a:prstGeom>
          <a:noFill/>
          <a:ln>
            <a:noFill/>
          </a:ln>
        </p:spPr>
        <p:txBody>
          <a:bodyPr anchorCtr="0" anchor="t" bIns="34275" lIns="68575" spcFirstLastPara="1" rIns="68575" wrap="square" tIns="34275">
            <a:normAutofit/>
          </a:bodyPr>
          <a:lstStyle>
            <a:lvl1pPr indent="-228600" lvl="0" marL="457200" algn="l">
              <a:spcBef>
                <a:spcPts val="750"/>
              </a:spcBef>
              <a:spcAft>
                <a:spcPts val="0"/>
              </a:spcAft>
              <a:buSzPts val="1200"/>
              <a:buNone/>
              <a:defRPr sz="1500">
                <a:solidFill>
                  <a:srgbClr val="7F7F7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48" name="Google Shape;48;p5"/>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49" name="Google Shape;49;p5"/>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50" name="Google Shape;50;p5"/>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6"/>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1350"/>
              <a:buNone/>
              <a:defRPr sz="2700"/>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53" name="Google Shape;53;p6"/>
          <p:cNvSpPr txBox="1"/>
          <p:nvPr>
            <p:ph idx="1" type="body"/>
          </p:nvPr>
        </p:nvSpPr>
        <p:spPr>
          <a:xfrm>
            <a:off x="508001" y="1620442"/>
            <a:ext cx="3138000" cy="2910600"/>
          </a:xfrm>
          <a:prstGeom prst="rect">
            <a:avLst/>
          </a:prstGeom>
          <a:noFill/>
          <a:ln>
            <a:noFill/>
          </a:ln>
        </p:spPr>
        <p:txBody>
          <a:bodyPr anchorCtr="0" anchor="t" bIns="34275" lIns="68575" spcFirstLastPara="1" rIns="68575" wrap="square" tIns="34275">
            <a:normAutofit/>
          </a:bodyPr>
          <a:lstStyle>
            <a:lvl1pPr indent="-297180" lvl="0" marL="457200" algn="l">
              <a:spcBef>
                <a:spcPts val="750"/>
              </a:spcBef>
              <a:spcAft>
                <a:spcPts val="0"/>
              </a:spcAft>
              <a:buSzPts val="1080"/>
              <a:buChar char="►"/>
              <a:defRPr sz="1350"/>
            </a:lvl1pPr>
            <a:lvl2pPr indent="-297180" lvl="1" marL="914400" algn="l">
              <a:spcBef>
                <a:spcPts val="750"/>
              </a:spcBef>
              <a:spcAft>
                <a:spcPts val="0"/>
              </a:spcAft>
              <a:buSzPts val="1080"/>
              <a:buChar char="►"/>
              <a:defRPr sz="1200"/>
            </a:lvl2pPr>
            <a:lvl3pPr indent="-297180" lvl="2" marL="1371600" algn="l">
              <a:spcBef>
                <a:spcPts val="750"/>
              </a:spcBef>
              <a:spcAft>
                <a:spcPts val="0"/>
              </a:spcAft>
              <a:buSzPts val="1080"/>
              <a:buChar char="►"/>
              <a:defRPr sz="1050"/>
            </a:lvl3pPr>
            <a:lvl4pPr indent="-297180" lvl="3" marL="1828800" algn="l">
              <a:spcBef>
                <a:spcPts val="750"/>
              </a:spcBef>
              <a:spcAft>
                <a:spcPts val="0"/>
              </a:spcAft>
              <a:buSzPts val="1080"/>
              <a:buChar char="►"/>
              <a:defRPr sz="900"/>
            </a:lvl4pPr>
            <a:lvl5pPr indent="-297179" lvl="4" marL="2286000" algn="l">
              <a:spcBef>
                <a:spcPts val="750"/>
              </a:spcBef>
              <a:spcAft>
                <a:spcPts val="0"/>
              </a:spcAft>
              <a:buSzPts val="1080"/>
              <a:buChar char="►"/>
              <a:defRPr sz="900"/>
            </a:lvl5pPr>
            <a:lvl6pPr indent="-297179" lvl="5" marL="2743200" algn="l">
              <a:spcBef>
                <a:spcPts val="750"/>
              </a:spcBef>
              <a:spcAft>
                <a:spcPts val="0"/>
              </a:spcAft>
              <a:buSzPts val="1080"/>
              <a:buChar char="►"/>
              <a:defRPr sz="900"/>
            </a:lvl6pPr>
            <a:lvl7pPr indent="-297179" lvl="6" marL="3200400" algn="l">
              <a:spcBef>
                <a:spcPts val="750"/>
              </a:spcBef>
              <a:spcAft>
                <a:spcPts val="0"/>
              </a:spcAft>
              <a:buSzPts val="1080"/>
              <a:buChar char="►"/>
              <a:defRPr sz="900"/>
            </a:lvl7pPr>
            <a:lvl8pPr indent="-297179" lvl="7" marL="3657600" algn="l">
              <a:spcBef>
                <a:spcPts val="750"/>
              </a:spcBef>
              <a:spcAft>
                <a:spcPts val="0"/>
              </a:spcAft>
              <a:buSzPts val="1080"/>
              <a:buChar char="►"/>
              <a:defRPr sz="900"/>
            </a:lvl8pPr>
            <a:lvl9pPr indent="-297179" lvl="8" marL="4114800" algn="l">
              <a:spcBef>
                <a:spcPts val="750"/>
              </a:spcBef>
              <a:spcAft>
                <a:spcPts val="0"/>
              </a:spcAft>
              <a:buSzPts val="1080"/>
              <a:buChar char="►"/>
              <a:defRPr sz="900"/>
            </a:lvl9pPr>
          </a:lstStyle>
          <a:p/>
        </p:txBody>
      </p:sp>
      <p:sp>
        <p:nvSpPr>
          <p:cNvPr id="54" name="Google Shape;54;p6"/>
          <p:cNvSpPr txBox="1"/>
          <p:nvPr>
            <p:ph idx="2" type="body"/>
          </p:nvPr>
        </p:nvSpPr>
        <p:spPr>
          <a:xfrm>
            <a:off x="3817478" y="1620442"/>
            <a:ext cx="3138000" cy="2910600"/>
          </a:xfrm>
          <a:prstGeom prst="rect">
            <a:avLst/>
          </a:prstGeom>
          <a:noFill/>
          <a:ln>
            <a:noFill/>
          </a:ln>
        </p:spPr>
        <p:txBody>
          <a:bodyPr anchorCtr="0" anchor="t" bIns="34275" lIns="68575" spcFirstLastPara="1" rIns="68575" wrap="square" tIns="34275">
            <a:normAutofit/>
          </a:bodyPr>
          <a:lstStyle>
            <a:lvl1pPr indent="-297180" lvl="0" marL="457200" algn="l">
              <a:spcBef>
                <a:spcPts val="750"/>
              </a:spcBef>
              <a:spcAft>
                <a:spcPts val="0"/>
              </a:spcAft>
              <a:buSzPts val="1080"/>
              <a:buChar char="►"/>
              <a:defRPr sz="1350"/>
            </a:lvl1pPr>
            <a:lvl2pPr indent="-297180" lvl="1" marL="914400" algn="l">
              <a:spcBef>
                <a:spcPts val="750"/>
              </a:spcBef>
              <a:spcAft>
                <a:spcPts val="0"/>
              </a:spcAft>
              <a:buSzPts val="1080"/>
              <a:buChar char="►"/>
              <a:defRPr sz="1200"/>
            </a:lvl2pPr>
            <a:lvl3pPr indent="-297180" lvl="2" marL="1371600" algn="l">
              <a:spcBef>
                <a:spcPts val="750"/>
              </a:spcBef>
              <a:spcAft>
                <a:spcPts val="0"/>
              </a:spcAft>
              <a:buSzPts val="1080"/>
              <a:buChar char="►"/>
              <a:defRPr sz="1050"/>
            </a:lvl3pPr>
            <a:lvl4pPr indent="-297180" lvl="3" marL="1828800" algn="l">
              <a:spcBef>
                <a:spcPts val="750"/>
              </a:spcBef>
              <a:spcAft>
                <a:spcPts val="0"/>
              </a:spcAft>
              <a:buSzPts val="1080"/>
              <a:buChar char="►"/>
              <a:defRPr sz="900"/>
            </a:lvl4pPr>
            <a:lvl5pPr indent="-297179" lvl="4" marL="2286000" algn="l">
              <a:spcBef>
                <a:spcPts val="750"/>
              </a:spcBef>
              <a:spcAft>
                <a:spcPts val="0"/>
              </a:spcAft>
              <a:buSzPts val="1080"/>
              <a:buChar char="►"/>
              <a:defRPr sz="900"/>
            </a:lvl5pPr>
            <a:lvl6pPr indent="-297179" lvl="5" marL="2743200" algn="l">
              <a:spcBef>
                <a:spcPts val="750"/>
              </a:spcBef>
              <a:spcAft>
                <a:spcPts val="0"/>
              </a:spcAft>
              <a:buSzPts val="1080"/>
              <a:buChar char="►"/>
              <a:defRPr sz="900"/>
            </a:lvl6pPr>
            <a:lvl7pPr indent="-297179" lvl="6" marL="3200400" algn="l">
              <a:spcBef>
                <a:spcPts val="750"/>
              </a:spcBef>
              <a:spcAft>
                <a:spcPts val="0"/>
              </a:spcAft>
              <a:buSzPts val="1080"/>
              <a:buChar char="►"/>
              <a:defRPr sz="900"/>
            </a:lvl7pPr>
            <a:lvl8pPr indent="-297179" lvl="7" marL="3657600" algn="l">
              <a:spcBef>
                <a:spcPts val="750"/>
              </a:spcBef>
              <a:spcAft>
                <a:spcPts val="0"/>
              </a:spcAft>
              <a:buSzPts val="1080"/>
              <a:buChar char="►"/>
              <a:defRPr sz="900"/>
            </a:lvl8pPr>
            <a:lvl9pPr indent="-297179" lvl="8" marL="4114800" algn="l">
              <a:spcBef>
                <a:spcPts val="750"/>
              </a:spcBef>
              <a:spcAft>
                <a:spcPts val="0"/>
              </a:spcAft>
              <a:buSzPts val="1080"/>
              <a:buChar char="►"/>
              <a:defRPr sz="900"/>
            </a:lvl9pPr>
          </a:lstStyle>
          <a:p/>
        </p:txBody>
      </p:sp>
      <p:sp>
        <p:nvSpPr>
          <p:cNvPr id="55" name="Google Shape;55;p6"/>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56" name="Google Shape;56;p6"/>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57" name="Google Shape;57;p6"/>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7"/>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2700"/>
              <a:buFont typeface="Quattrocento Sans"/>
              <a:buNone/>
              <a:defRPr sz="2700"/>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60" name="Google Shape;60;p7"/>
          <p:cNvSpPr txBox="1"/>
          <p:nvPr>
            <p:ph idx="1" type="body"/>
          </p:nvPr>
        </p:nvSpPr>
        <p:spPr>
          <a:xfrm>
            <a:off x="506809" y="1620737"/>
            <a:ext cx="3139200" cy="432300"/>
          </a:xfrm>
          <a:prstGeom prst="rect">
            <a:avLst/>
          </a:prstGeom>
          <a:noFill/>
          <a:ln>
            <a:noFill/>
          </a:ln>
        </p:spPr>
        <p:txBody>
          <a:bodyPr anchorCtr="0" anchor="b" bIns="34275" lIns="68575" spcFirstLastPara="1" rIns="68575" wrap="square" tIns="34275">
            <a:noAutofit/>
          </a:bodyPr>
          <a:lstStyle>
            <a:lvl1pPr indent="-228600" lvl="0" marL="457200" algn="l">
              <a:spcBef>
                <a:spcPts val="750"/>
              </a:spcBef>
              <a:spcAft>
                <a:spcPts val="0"/>
              </a:spcAft>
              <a:buSzPts val="1440"/>
              <a:buNone/>
              <a:defRPr b="0" sz="1800"/>
            </a:lvl1pPr>
            <a:lvl2pPr indent="-228600" lvl="1" marL="914400" algn="l">
              <a:spcBef>
                <a:spcPts val="750"/>
              </a:spcBef>
              <a:spcAft>
                <a:spcPts val="0"/>
              </a:spcAft>
              <a:buSzPts val="1200"/>
              <a:buNone/>
              <a:defRPr b="1" sz="1500"/>
            </a:lvl2pPr>
            <a:lvl3pPr indent="-228600" lvl="2" marL="1371600" algn="l">
              <a:spcBef>
                <a:spcPts val="750"/>
              </a:spcBef>
              <a:spcAft>
                <a:spcPts val="0"/>
              </a:spcAft>
              <a:buSzPts val="1080"/>
              <a:buNone/>
              <a:defRPr b="1" sz="1350"/>
            </a:lvl3pPr>
            <a:lvl4pPr indent="-228600" lvl="3" marL="1828800" algn="l">
              <a:spcBef>
                <a:spcPts val="750"/>
              </a:spcBef>
              <a:spcAft>
                <a:spcPts val="0"/>
              </a:spcAft>
              <a:buSzPts val="960"/>
              <a:buNone/>
              <a:defRPr b="1" sz="1200"/>
            </a:lvl4pPr>
            <a:lvl5pPr indent="-228600" lvl="4" marL="2286000" algn="l">
              <a:spcBef>
                <a:spcPts val="750"/>
              </a:spcBef>
              <a:spcAft>
                <a:spcPts val="0"/>
              </a:spcAft>
              <a:buSzPts val="960"/>
              <a:buNone/>
              <a:defRPr b="1" sz="1200"/>
            </a:lvl5pPr>
            <a:lvl6pPr indent="-228600" lvl="5" marL="2743200" algn="l">
              <a:spcBef>
                <a:spcPts val="750"/>
              </a:spcBef>
              <a:spcAft>
                <a:spcPts val="0"/>
              </a:spcAft>
              <a:buSzPts val="960"/>
              <a:buNone/>
              <a:defRPr b="1" sz="1200"/>
            </a:lvl6pPr>
            <a:lvl7pPr indent="-228600" lvl="6" marL="3200400" algn="l">
              <a:spcBef>
                <a:spcPts val="750"/>
              </a:spcBef>
              <a:spcAft>
                <a:spcPts val="0"/>
              </a:spcAft>
              <a:buSzPts val="960"/>
              <a:buNone/>
              <a:defRPr b="1" sz="1200"/>
            </a:lvl7pPr>
            <a:lvl8pPr indent="-228600" lvl="7" marL="3657600" algn="l">
              <a:spcBef>
                <a:spcPts val="750"/>
              </a:spcBef>
              <a:spcAft>
                <a:spcPts val="0"/>
              </a:spcAft>
              <a:buSzPts val="960"/>
              <a:buNone/>
              <a:defRPr b="1" sz="1200"/>
            </a:lvl8pPr>
            <a:lvl9pPr indent="-228600" lvl="8" marL="4114800" algn="l">
              <a:spcBef>
                <a:spcPts val="750"/>
              </a:spcBef>
              <a:spcAft>
                <a:spcPts val="0"/>
              </a:spcAft>
              <a:buSzPts val="960"/>
              <a:buNone/>
              <a:defRPr b="1" sz="1200"/>
            </a:lvl9pPr>
          </a:lstStyle>
          <a:p/>
        </p:txBody>
      </p:sp>
      <p:sp>
        <p:nvSpPr>
          <p:cNvPr id="61" name="Google Shape;61;p7"/>
          <p:cNvSpPr txBox="1"/>
          <p:nvPr>
            <p:ph idx="2" type="body"/>
          </p:nvPr>
        </p:nvSpPr>
        <p:spPr>
          <a:xfrm>
            <a:off x="506809" y="2052934"/>
            <a:ext cx="3139200" cy="2478000"/>
          </a:xfrm>
          <a:prstGeom prst="rect">
            <a:avLst/>
          </a:prstGeom>
          <a:noFill/>
          <a:ln>
            <a:noFill/>
          </a:ln>
        </p:spPr>
        <p:txBody>
          <a:bodyPr anchorCtr="0" anchor="t" bIns="34275" lIns="68575" spcFirstLastPara="1" rIns="68575" wrap="square" tIns="34275">
            <a:normAutofit/>
          </a:bodyPr>
          <a:lstStyle>
            <a:lvl1pPr indent="-297180" lvl="0" marL="457200" algn="l">
              <a:spcBef>
                <a:spcPts val="750"/>
              </a:spcBef>
              <a:spcAft>
                <a:spcPts val="0"/>
              </a:spcAft>
              <a:buSzPts val="1080"/>
              <a:buChar char="►"/>
              <a:defRPr sz="1350"/>
            </a:lvl1pPr>
            <a:lvl2pPr indent="-297180" lvl="1" marL="914400" algn="l">
              <a:spcBef>
                <a:spcPts val="750"/>
              </a:spcBef>
              <a:spcAft>
                <a:spcPts val="0"/>
              </a:spcAft>
              <a:buSzPts val="1080"/>
              <a:buChar char="►"/>
              <a:defRPr sz="1200"/>
            </a:lvl2pPr>
            <a:lvl3pPr indent="-297180" lvl="2" marL="1371600" algn="l">
              <a:spcBef>
                <a:spcPts val="750"/>
              </a:spcBef>
              <a:spcAft>
                <a:spcPts val="0"/>
              </a:spcAft>
              <a:buSzPts val="1080"/>
              <a:buChar char="►"/>
              <a:defRPr sz="1050"/>
            </a:lvl3pPr>
            <a:lvl4pPr indent="-297180" lvl="3" marL="1828800" algn="l">
              <a:spcBef>
                <a:spcPts val="750"/>
              </a:spcBef>
              <a:spcAft>
                <a:spcPts val="0"/>
              </a:spcAft>
              <a:buSzPts val="1080"/>
              <a:buChar char="►"/>
              <a:defRPr sz="900"/>
            </a:lvl4pPr>
            <a:lvl5pPr indent="-297179" lvl="4" marL="2286000" algn="l">
              <a:spcBef>
                <a:spcPts val="750"/>
              </a:spcBef>
              <a:spcAft>
                <a:spcPts val="0"/>
              </a:spcAft>
              <a:buSzPts val="1080"/>
              <a:buChar char="►"/>
              <a:defRPr sz="900"/>
            </a:lvl5pPr>
            <a:lvl6pPr indent="-297179" lvl="5" marL="2743200" algn="l">
              <a:spcBef>
                <a:spcPts val="750"/>
              </a:spcBef>
              <a:spcAft>
                <a:spcPts val="0"/>
              </a:spcAft>
              <a:buSzPts val="1080"/>
              <a:buChar char="►"/>
              <a:defRPr sz="900"/>
            </a:lvl6pPr>
            <a:lvl7pPr indent="-297179" lvl="6" marL="3200400" algn="l">
              <a:spcBef>
                <a:spcPts val="750"/>
              </a:spcBef>
              <a:spcAft>
                <a:spcPts val="0"/>
              </a:spcAft>
              <a:buSzPts val="1080"/>
              <a:buChar char="►"/>
              <a:defRPr sz="900"/>
            </a:lvl7pPr>
            <a:lvl8pPr indent="-297179" lvl="7" marL="3657600" algn="l">
              <a:spcBef>
                <a:spcPts val="750"/>
              </a:spcBef>
              <a:spcAft>
                <a:spcPts val="0"/>
              </a:spcAft>
              <a:buSzPts val="1080"/>
              <a:buChar char="►"/>
              <a:defRPr sz="900"/>
            </a:lvl8pPr>
            <a:lvl9pPr indent="-297179" lvl="8" marL="4114800" algn="l">
              <a:spcBef>
                <a:spcPts val="750"/>
              </a:spcBef>
              <a:spcAft>
                <a:spcPts val="0"/>
              </a:spcAft>
              <a:buSzPts val="1080"/>
              <a:buChar char="►"/>
              <a:defRPr sz="900"/>
            </a:lvl9pPr>
          </a:lstStyle>
          <a:p/>
        </p:txBody>
      </p:sp>
      <p:sp>
        <p:nvSpPr>
          <p:cNvPr id="62" name="Google Shape;62;p7"/>
          <p:cNvSpPr txBox="1"/>
          <p:nvPr>
            <p:ph idx="3" type="body"/>
          </p:nvPr>
        </p:nvSpPr>
        <p:spPr>
          <a:xfrm>
            <a:off x="3816287" y="1620737"/>
            <a:ext cx="3139200" cy="432300"/>
          </a:xfrm>
          <a:prstGeom prst="rect">
            <a:avLst/>
          </a:prstGeom>
          <a:noFill/>
          <a:ln>
            <a:noFill/>
          </a:ln>
        </p:spPr>
        <p:txBody>
          <a:bodyPr anchorCtr="0" anchor="b" bIns="34275" lIns="68575" spcFirstLastPara="1" rIns="68575" wrap="square" tIns="34275">
            <a:noAutofit/>
          </a:bodyPr>
          <a:lstStyle>
            <a:lvl1pPr indent="-228600" lvl="0" marL="457200" algn="l">
              <a:spcBef>
                <a:spcPts val="750"/>
              </a:spcBef>
              <a:spcAft>
                <a:spcPts val="0"/>
              </a:spcAft>
              <a:buSzPts val="1440"/>
              <a:buNone/>
              <a:defRPr b="0" sz="1800"/>
            </a:lvl1pPr>
            <a:lvl2pPr indent="-228600" lvl="1" marL="914400" algn="l">
              <a:spcBef>
                <a:spcPts val="750"/>
              </a:spcBef>
              <a:spcAft>
                <a:spcPts val="0"/>
              </a:spcAft>
              <a:buSzPts val="1200"/>
              <a:buNone/>
              <a:defRPr b="1" sz="1500"/>
            </a:lvl2pPr>
            <a:lvl3pPr indent="-228600" lvl="2" marL="1371600" algn="l">
              <a:spcBef>
                <a:spcPts val="750"/>
              </a:spcBef>
              <a:spcAft>
                <a:spcPts val="0"/>
              </a:spcAft>
              <a:buSzPts val="1080"/>
              <a:buNone/>
              <a:defRPr b="1" sz="1350"/>
            </a:lvl3pPr>
            <a:lvl4pPr indent="-228600" lvl="3" marL="1828800" algn="l">
              <a:spcBef>
                <a:spcPts val="750"/>
              </a:spcBef>
              <a:spcAft>
                <a:spcPts val="0"/>
              </a:spcAft>
              <a:buSzPts val="960"/>
              <a:buNone/>
              <a:defRPr b="1" sz="1200"/>
            </a:lvl4pPr>
            <a:lvl5pPr indent="-228600" lvl="4" marL="2286000" algn="l">
              <a:spcBef>
                <a:spcPts val="750"/>
              </a:spcBef>
              <a:spcAft>
                <a:spcPts val="0"/>
              </a:spcAft>
              <a:buSzPts val="960"/>
              <a:buNone/>
              <a:defRPr b="1" sz="1200"/>
            </a:lvl5pPr>
            <a:lvl6pPr indent="-228600" lvl="5" marL="2743200" algn="l">
              <a:spcBef>
                <a:spcPts val="750"/>
              </a:spcBef>
              <a:spcAft>
                <a:spcPts val="0"/>
              </a:spcAft>
              <a:buSzPts val="960"/>
              <a:buNone/>
              <a:defRPr b="1" sz="1200"/>
            </a:lvl6pPr>
            <a:lvl7pPr indent="-228600" lvl="6" marL="3200400" algn="l">
              <a:spcBef>
                <a:spcPts val="750"/>
              </a:spcBef>
              <a:spcAft>
                <a:spcPts val="0"/>
              </a:spcAft>
              <a:buSzPts val="960"/>
              <a:buNone/>
              <a:defRPr b="1" sz="1200"/>
            </a:lvl7pPr>
            <a:lvl8pPr indent="-228600" lvl="7" marL="3657600" algn="l">
              <a:spcBef>
                <a:spcPts val="750"/>
              </a:spcBef>
              <a:spcAft>
                <a:spcPts val="0"/>
              </a:spcAft>
              <a:buSzPts val="960"/>
              <a:buNone/>
              <a:defRPr b="1" sz="1200"/>
            </a:lvl8pPr>
            <a:lvl9pPr indent="-228600" lvl="8" marL="4114800" algn="l">
              <a:spcBef>
                <a:spcPts val="750"/>
              </a:spcBef>
              <a:spcAft>
                <a:spcPts val="0"/>
              </a:spcAft>
              <a:buSzPts val="960"/>
              <a:buNone/>
              <a:defRPr b="1" sz="1200"/>
            </a:lvl9pPr>
          </a:lstStyle>
          <a:p/>
        </p:txBody>
      </p:sp>
      <p:sp>
        <p:nvSpPr>
          <p:cNvPr id="63" name="Google Shape;63;p7"/>
          <p:cNvSpPr txBox="1"/>
          <p:nvPr>
            <p:ph idx="4" type="body"/>
          </p:nvPr>
        </p:nvSpPr>
        <p:spPr>
          <a:xfrm>
            <a:off x="3816288" y="2052934"/>
            <a:ext cx="3139200" cy="2478000"/>
          </a:xfrm>
          <a:prstGeom prst="rect">
            <a:avLst/>
          </a:prstGeom>
          <a:noFill/>
          <a:ln>
            <a:noFill/>
          </a:ln>
        </p:spPr>
        <p:txBody>
          <a:bodyPr anchorCtr="0" anchor="t" bIns="34275" lIns="68575" spcFirstLastPara="1" rIns="68575" wrap="square" tIns="34275">
            <a:normAutofit/>
          </a:bodyPr>
          <a:lstStyle>
            <a:lvl1pPr indent="-297180" lvl="0" marL="457200" algn="l">
              <a:spcBef>
                <a:spcPts val="750"/>
              </a:spcBef>
              <a:spcAft>
                <a:spcPts val="0"/>
              </a:spcAft>
              <a:buSzPts val="1080"/>
              <a:buChar char="►"/>
              <a:defRPr sz="1350"/>
            </a:lvl1pPr>
            <a:lvl2pPr indent="-297180" lvl="1" marL="914400" algn="l">
              <a:spcBef>
                <a:spcPts val="750"/>
              </a:spcBef>
              <a:spcAft>
                <a:spcPts val="0"/>
              </a:spcAft>
              <a:buSzPts val="1080"/>
              <a:buChar char="►"/>
              <a:defRPr sz="1200"/>
            </a:lvl2pPr>
            <a:lvl3pPr indent="-297180" lvl="2" marL="1371600" algn="l">
              <a:spcBef>
                <a:spcPts val="750"/>
              </a:spcBef>
              <a:spcAft>
                <a:spcPts val="0"/>
              </a:spcAft>
              <a:buSzPts val="1080"/>
              <a:buChar char="►"/>
              <a:defRPr sz="1050"/>
            </a:lvl3pPr>
            <a:lvl4pPr indent="-297180" lvl="3" marL="1828800" algn="l">
              <a:spcBef>
                <a:spcPts val="750"/>
              </a:spcBef>
              <a:spcAft>
                <a:spcPts val="0"/>
              </a:spcAft>
              <a:buSzPts val="1080"/>
              <a:buChar char="►"/>
              <a:defRPr sz="900"/>
            </a:lvl4pPr>
            <a:lvl5pPr indent="-297179" lvl="4" marL="2286000" algn="l">
              <a:spcBef>
                <a:spcPts val="750"/>
              </a:spcBef>
              <a:spcAft>
                <a:spcPts val="0"/>
              </a:spcAft>
              <a:buSzPts val="1080"/>
              <a:buChar char="►"/>
              <a:defRPr sz="900"/>
            </a:lvl5pPr>
            <a:lvl6pPr indent="-297179" lvl="5" marL="2743200" algn="l">
              <a:spcBef>
                <a:spcPts val="750"/>
              </a:spcBef>
              <a:spcAft>
                <a:spcPts val="0"/>
              </a:spcAft>
              <a:buSzPts val="1080"/>
              <a:buChar char="►"/>
              <a:defRPr sz="900"/>
            </a:lvl6pPr>
            <a:lvl7pPr indent="-297179" lvl="6" marL="3200400" algn="l">
              <a:spcBef>
                <a:spcPts val="750"/>
              </a:spcBef>
              <a:spcAft>
                <a:spcPts val="0"/>
              </a:spcAft>
              <a:buSzPts val="1080"/>
              <a:buChar char="►"/>
              <a:defRPr sz="900"/>
            </a:lvl7pPr>
            <a:lvl8pPr indent="-297179" lvl="7" marL="3657600" algn="l">
              <a:spcBef>
                <a:spcPts val="750"/>
              </a:spcBef>
              <a:spcAft>
                <a:spcPts val="0"/>
              </a:spcAft>
              <a:buSzPts val="1080"/>
              <a:buChar char="►"/>
              <a:defRPr sz="900"/>
            </a:lvl8pPr>
            <a:lvl9pPr indent="-297179" lvl="8" marL="4114800" algn="l">
              <a:spcBef>
                <a:spcPts val="750"/>
              </a:spcBef>
              <a:spcAft>
                <a:spcPts val="0"/>
              </a:spcAft>
              <a:buSzPts val="1080"/>
              <a:buChar char="►"/>
              <a:defRPr sz="900"/>
            </a:lvl9pPr>
          </a:lstStyle>
          <a:p/>
        </p:txBody>
      </p:sp>
      <p:sp>
        <p:nvSpPr>
          <p:cNvPr id="64" name="Google Shape;64;p7"/>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65" name="Google Shape;65;p7"/>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66" name="Google Shape;66;p7"/>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8"/>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1350"/>
              <a:buNone/>
              <a:defRPr sz="2700"/>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69" name="Google Shape;69;p8"/>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70" name="Google Shape;70;p8"/>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71" name="Google Shape;71;p8"/>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9"/>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74" name="Google Shape;74;p9"/>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75" name="Google Shape;75;p9"/>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10"/>
          <p:cNvSpPr txBox="1"/>
          <p:nvPr>
            <p:ph type="title"/>
          </p:nvPr>
        </p:nvSpPr>
        <p:spPr>
          <a:xfrm>
            <a:off x="508001" y="1123953"/>
            <a:ext cx="2890800" cy="9588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accent1"/>
              </a:buClr>
              <a:buSzPts val="1500"/>
              <a:buFont typeface="Quattrocento Sans"/>
              <a:buNone/>
              <a:defRPr sz="1500"/>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78" name="Google Shape;78;p10"/>
          <p:cNvSpPr txBox="1"/>
          <p:nvPr>
            <p:ph idx="1" type="body"/>
          </p:nvPr>
        </p:nvSpPr>
        <p:spPr>
          <a:xfrm>
            <a:off x="3570346" y="386193"/>
            <a:ext cx="3385200" cy="4144800"/>
          </a:xfrm>
          <a:prstGeom prst="rect">
            <a:avLst/>
          </a:prstGeom>
          <a:noFill/>
          <a:ln>
            <a:noFill/>
          </a:ln>
        </p:spPr>
        <p:txBody>
          <a:bodyPr anchorCtr="0" anchor="t" bIns="34275" lIns="68575" spcFirstLastPara="1" rIns="68575" wrap="square" tIns="34275">
            <a:normAutofit/>
          </a:bodyPr>
          <a:lstStyle>
            <a:lvl1pPr indent="-297180" lvl="0" marL="457200" algn="l">
              <a:spcBef>
                <a:spcPts val="750"/>
              </a:spcBef>
              <a:spcAft>
                <a:spcPts val="0"/>
              </a:spcAft>
              <a:buSzPts val="1080"/>
              <a:buChar char="►"/>
              <a:defRPr sz="1350"/>
            </a:lvl1pPr>
            <a:lvl2pPr indent="-297180" lvl="1" marL="914400" algn="l">
              <a:spcBef>
                <a:spcPts val="750"/>
              </a:spcBef>
              <a:spcAft>
                <a:spcPts val="0"/>
              </a:spcAft>
              <a:buSzPts val="1080"/>
              <a:buChar char="►"/>
              <a:defRPr sz="1200"/>
            </a:lvl2pPr>
            <a:lvl3pPr indent="-297180" lvl="2" marL="1371600" algn="l">
              <a:spcBef>
                <a:spcPts val="750"/>
              </a:spcBef>
              <a:spcAft>
                <a:spcPts val="0"/>
              </a:spcAft>
              <a:buSzPts val="1080"/>
              <a:buChar char="►"/>
              <a:defRPr sz="1050"/>
            </a:lvl3pPr>
            <a:lvl4pPr indent="-297180" lvl="3" marL="1828800" algn="l">
              <a:spcBef>
                <a:spcPts val="750"/>
              </a:spcBef>
              <a:spcAft>
                <a:spcPts val="0"/>
              </a:spcAft>
              <a:buSzPts val="1080"/>
              <a:buChar char="►"/>
              <a:defRPr sz="900"/>
            </a:lvl4pPr>
            <a:lvl5pPr indent="-297179" lvl="4" marL="2286000" algn="l">
              <a:spcBef>
                <a:spcPts val="750"/>
              </a:spcBef>
              <a:spcAft>
                <a:spcPts val="0"/>
              </a:spcAft>
              <a:buSzPts val="1080"/>
              <a:buChar char="►"/>
              <a:defRPr sz="900"/>
            </a:lvl5pPr>
            <a:lvl6pPr indent="-297179" lvl="5" marL="2743200" algn="l">
              <a:spcBef>
                <a:spcPts val="750"/>
              </a:spcBef>
              <a:spcAft>
                <a:spcPts val="0"/>
              </a:spcAft>
              <a:buSzPts val="1080"/>
              <a:buChar char="►"/>
              <a:defRPr sz="900"/>
            </a:lvl6pPr>
            <a:lvl7pPr indent="-297179" lvl="6" marL="3200400" algn="l">
              <a:spcBef>
                <a:spcPts val="750"/>
              </a:spcBef>
              <a:spcAft>
                <a:spcPts val="0"/>
              </a:spcAft>
              <a:buSzPts val="1080"/>
              <a:buChar char="►"/>
              <a:defRPr sz="900"/>
            </a:lvl7pPr>
            <a:lvl8pPr indent="-297179" lvl="7" marL="3657600" algn="l">
              <a:spcBef>
                <a:spcPts val="750"/>
              </a:spcBef>
              <a:spcAft>
                <a:spcPts val="0"/>
              </a:spcAft>
              <a:buSzPts val="1080"/>
              <a:buChar char="►"/>
              <a:defRPr sz="900"/>
            </a:lvl8pPr>
            <a:lvl9pPr indent="-297179" lvl="8" marL="4114800" algn="l">
              <a:spcBef>
                <a:spcPts val="750"/>
              </a:spcBef>
              <a:spcAft>
                <a:spcPts val="0"/>
              </a:spcAft>
              <a:buSzPts val="1080"/>
              <a:buChar char="►"/>
              <a:defRPr sz="900"/>
            </a:lvl9pPr>
          </a:lstStyle>
          <a:p/>
        </p:txBody>
      </p:sp>
      <p:sp>
        <p:nvSpPr>
          <p:cNvPr id="79" name="Google Shape;79;p10"/>
          <p:cNvSpPr txBox="1"/>
          <p:nvPr>
            <p:ph idx="2" type="body"/>
          </p:nvPr>
        </p:nvSpPr>
        <p:spPr>
          <a:xfrm>
            <a:off x="508001" y="2082802"/>
            <a:ext cx="2890800" cy="1938300"/>
          </a:xfrm>
          <a:prstGeom prst="rect">
            <a:avLst/>
          </a:prstGeom>
          <a:noFill/>
          <a:ln>
            <a:noFill/>
          </a:ln>
        </p:spPr>
        <p:txBody>
          <a:bodyPr anchorCtr="0" anchor="t" bIns="34275" lIns="68575" spcFirstLastPara="1" rIns="68575" wrap="square" tIns="34275">
            <a:normAutofit/>
          </a:bodyPr>
          <a:lstStyle>
            <a:lvl1pPr indent="-228600" lvl="0" marL="457200" algn="l">
              <a:spcBef>
                <a:spcPts val="750"/>
              </a:spcBef>
              <a:spcAft>
                <a:spcPts val="0"/>
              </a:spcAft>
              <a:buSzPts val="840"/>
              <a:buNone/>
              <a:defRPr sz="1050"/>
            </a:lvl1pPr>
            <a:lvl2pPr indent="-228600" lvl="1" marL="914400" algn="l">
              <a:spcBef>
                <a:spcPts val="750"/>
              </a:spcBef>
              <a:spcAft>
                <a:spcPts val="0"/>
              </a:spcAft>
              <a:buSzPts val="840"/>
              <a:buNone/>
              <a:defRPr sz="1050"/>
            </a:lvl2pPr>
            <a:lvl3pPr indent="-228600" lvl="2" marL="1371600" algn="l">
              <a:spcBef>
                <a:spcPts val="750"/>
              </a:spcBef>
              <a:spcAft>
                <a:spcPts val="0"/>
              </a:spcAft>
              <a:buSzPts val="720"/>
              <a:buNone/>
              <a:defRPr sz="900"/>
            </a:lvl3pPr>
            <a:lvl4pPr indent="-228600" lvl="3" marL="1828800" algn="l">
              <a:spcBef>
                <a:spcPts val="750"/>
              </a:spcBef>
              <a:spcAft>
                <a:spcPts val="0"/>
              </a:spcAft>
              <a:buSzPts val="600"/>
              <a:buNone/>
              <a:defRPr sz="750"/>
            </a:lvl4pPr>
            <a:lvl5pPr indent="-228600" lvl="4" marL="2286000" algn="l">
              <a:spcBef>
                <a:spcPts val="750"/>
              </a:spcBef>
              <a:spcAft>
                <a:spcPts val="0"/>
              </a:spcAft>
              <a:buSzPts val="600"/>
              <a:buNone/>
              <a:defRPr sz="750"/>
            </a:lvl5pPr>
            <a:lvl6pPr indent="-228600" lvl="5" marL="2743200" algn="l">
              <a:spcBef>
                <a:spcPts val="750"/>
              </a:spcBef>
              <a:spcAft>
                <a:spcPts val="0"/>
              </a:spcAft>
              <a:buSzPts val="600"/>
              <a:buNone/>
              <a:defRPr sz="750"/>
            </a:lvl6pPr>
            <a:lvl7pPr indent="-228600" lvl="6" marL="3200400" algn="l">
              <a:spcBef>
                <a:spcPts val="750"/>
              </a:spcBef>
              <a:spcAft>
                <a:spcPts val="0"/>
              </a:spcAft>
              <a:buSzPts val="600"/>
              <a:buNone/>
              <a:defRPr sz="750"/>
            </a:lvl7pPr>
            <a:lvl8pPr indent="-228600" lvl="7" marL="3657600" algn="l">
              <a:spcBef>
                <a:spcPts val="750"/>
              </a:spcBef>
              <a:spcAft>
                <a:spcPts val="0"/>
              </a:spcAft>
              <a:buSzPts val="600"/>
              <a:buNone/>
              <a:defRPr sz="750"/>
            </a:lvl8pPr>
            <a:lvl9pPr indent="-228600" lvl="8" marL="4114800" algn="l">
              <a:spcBef>
                <a:spcPts val="750"/>
              </a:spcBef>
              <a:spcAft>
                <a:spcPts val="0"/>
              </a:spcAft>
              <a:buSzPts val="600"/>
              <a:buNone/>
              <a:defRPr sz="750"/>
            </a:lvl9pPr>
          </a:lstStyle>
          <a:p/>
        </p:txBody>
      </p:sp>
      <p:sp>
        <p:nvSpPr>
          <p:cNvPr id="80" name="Google Shape;80;p10"/>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81" name="Google Shape;81;p10"/>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82" name="Google Shape;82;p10"/>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11"/>
          <p:cNvSpPr txBox="1"/>
          <p:nvPr>
            <p:ph type="title"/>
          </p:nvPr>
        </p:nvSpPr>
        <p:spPr>
          <a:xfrm>
            <a:off x="508000" y="3600450"/>
            <a:ext cx="6447600" cy="4251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accent1"/>
              </a:buClr>
              <a:buSzPts val="1800"/>
              <a:buFont typeface="Quattrocento Sans"/>
              <a:buNone/>
              <a:defRPr b="0" sz="1800"/>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85" name="Google Shape;85;p11"/>
          <p:cNvSpPr/>
          <p:nvPr>
            <p:ph idx="2" type="pic"/>
          </p:nvPr>
        </p:nvSpPr>
        <p:spPr>
          <a:xfrm>
            <a:off x="508000" y="457200"/>
            <a:ext cx="6447600" cy="2884200"/>
          </a:xfrm>
          <a:prstGeom prst="rect">
            <a:avLst/>
          </a:prstGeom>
          <a:noFill/>
          <a:ln>
            <a:noFill/>
          </a:ln>
        </p:spPr>
      </p:sp>
      <p:sp>
        <p:nvSpPr>
          <p:cNvPr id="86" name="Google Shape;86;p11"/>
          <p:cNvSpPr txBox="1"/>
          <p:nvPr>
            <p:ph idx="1" type="body"/>
          </p:nvPr>
        </p:nvSpPr>
        <p:spPr>
          <a:xfrm>
            <a:off x="508000" y="4025504"/>
            <a:ext cx="6447600" cy="505500"/>
          </a:xfrm>
          <a:prstGeom prst="rect">
            <a:avLst/>
          </a:prstGeom>
          <a:noFill/>
          <a:ln>
            <a:noFill/>
          </a:ln>
        </p:spPr>
        <p:txBody>
          <a:bodyPr anchorCtr="0" anchor="t" bIns="34275" lIns="68575" spcFirstLastPara="1" rIns="68575" wrap="square" tIns="34275">
            <a:normAutofit/>
          </a:bodyPr>
          <a:lstStyle>
            <a:lvl1pPr indent="-228600" lvl="0" marL="457200" algn="l">
              <a:spcBef>
                <a:spcPts val="750"/>
              </a:spcBef>
              <a:spcAft>
                <a:spcPts val="0"/>
              </a:spcAft>
              <a:buSzPts val="720"/>
              <a:buNone/>
              <a:defRPr sz="900"/>
            </a:lvl1pPr>
            <a:lvl2pPr indent="-228600" lvl="1" marL="914400" algn="l">
              <a:spcBef>
                <a:spcPts val="750"/>
              </a:spcBef>
              <a:spcAft>
                <a:spcPts val="0"/>
              </a:spcAft>
              <a:buSzPts val="720"/>
              <a:buNone/>
              <a:defRPr sz="900"/>
            </a:lvl2pPr>
            <a:lvl3pPr indent="-228600" lvl="2" marL="1371600" algn="l">
              <a:spcBef>
                <a:spcPts val="750"/>
              </a:spcBef>
              <a:spcAft>
                <a:spcPts val="0"/>
              </a:spcAft>
              <a:buSzPts val="600"/>
              <a:buNone/>
              <a:defRPr sz="750"/>
            </a:lvl3pPr>
            <a:lvl4pPr indent="-228600" lvl="3" marL="1828800" algn="l">
              <a:spcBef>
                <a:spcPts val="750"/>
              </a:spcBef>
              <a:spcAft>
                <a:spcPts val="0"/>
              </a:spcAft>
              <a:buSzPts val="540"/>
              <a:buNone/>
              <a:defRPr sz="675"/>
            </a:lvl4pPr>
            <a:lvl5pPr indent="-228600" lvl="4" marL="2286000" algn="l">
              <a:spcBef>
                <a:spcPts val="750"/>
              </a:spcBef>
              <a:spcAft>
                <a:spcPts val="0"/>
              </a:spcAft>
              <a:buSzPts val="540"/>
              <a:buNone/>
              <a:defRPr sz="675"/>
            </a:lvl5pPr>
            <a:lvl6pPr indent="-228600" lvl="5" marL="2743200" algn="l">
              <a:spcBef>
                <a:spcPts val="750"/>
              </a:spcBef>
              <a:spcAft>
                <a:spcPts val="0"/>
              </a:spcAft>
              <a:buSzPts val="540"/>
              <a:buNone/>
              <a:defRPr sz="675"/>
            </a:lvl6pPr>
            <a:lvl7pPr indent="-228600" lvl="6" marL="3200400" algn="l">
              <a:spcBef>
                <a:spcPts val="750"/>
              </a:spcBef>
              <a:spcAft>
                <a:spcPts val="0"/>
              </a:spcAft>
              <a:buSzPts val="540"/>
              <a:buNone/>
              <a:defRPr sz="675"/>
            </a:lvl7pPr>
            <a:lvl8pPr indent="-228600" lvl="7" marL="3657600" algn="l">
              <a:spcBef>
                <a:spcPts val="750"/>
              </a:spcBef>
              <a:spcAft>
                <a:spcPts val="0"/>
              </a:spcAft>
              <a:buSzPts val="540"/>
              <a:buNone/>
              <a:defRPr sz="675"/>
            </a:lvl8pPr>
            <a:lvl9pPr indent="-228600" lvl="8" marL="4114800" algn="l">
              <a:spcBef>
                <a:spcPts val="750"/>
              </a:spcBef>
              <a:spcAft>
                <a:spcPts val="0"/>
              </a:spcAft>
              <a:buSzPts val="540"/>
              <a:buNone/>
              <a:defRPr sz="675"/>
            </a:lvl9pPr>
          </a:lstStyle>
          <a:p/>
        </p:txBody>
      </p:sp>
      <p:sp>
        <p:nvSpPr>
          <p:cNvPr id="87" name="Google Shape;87;p11"/>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88" name="Google Shape;88;p11"/>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89" name="Google Shape;89;p11"/>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0" name="Shape 90"/>
        <p:cNvGrpSpPr/>
        <p:nvPr/>
      </p:nvGrpSpPr>
      <p:grpSpPr>
        <a:xfrm>
          <a:off x="0" y="0"/>
          <a:ext cx="0" cy="0"/>
          <a:chOff x="0" y="0"/>
          <a:chExt cx="0" cy="0"/>
        </a:xfrm>
      </p:grpSpPr>
      <p:sp>
        <p:nvSpPr>
          <p:cNvPr id="91" name="Google Shape;91;p12"/>
          <p:cNvSpPr txBox="1"/>
          <p:nvPr>
            <p:ph type="title"/>
          </p:nvPr>
        </p:nvSpPr>
        <p:spPr>
          <a:xfrm>
            <a:off x="508001" y="457200"/>
            <a:ext cx="6447600" cy="25527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3300"/>
              <a:buFont typeface="Quattrocento Sans"/>
              <a:buNone/>
              <a:defRPr b="0" sz="3300" cap="none"/>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92" name="Google Shape;92;p12"/>
          <p:cNvSpPr txBox="1"/>
          <p:nvPr>
            <p:ph idx="1" type="body"/>
          </p:nvPr>
        </p:nvSpPr>
        <p:spPr>
          <a:xfrm>
            <a:off x="508001" y="3352800"/>
            <a:ext cx="6447600" cy="1178100"/>
          </a:xfrm>
          <a:prstGeom prst="rect">
            <a:avLst/>
          </a:prstGeom>
          <a:noFill/>
          <a:ln>
            <a:noFill/>
          </a:ln>
        </p:spPr>
        <p:txBody>
          <a:bodyPr anchorCtr="0" anchor="ctr" bIns="34275" lIns="68575" spcFirstLastPara="1" rIns="68575" wrap="square" tIns="34275">
            <a:normAutofit/>
          </a:bodyPr>
          <a:lstStyle>
            <a:lvl1pPr indent="-228600" lvl="0" marL="457200" algn="l">
              <a:spcBef>
                <a:spcPts val="750"/>
              </a:spcBef>
              <a:spcAft>
                <a:spcPts val="0"/>
              </a:spcAft>
              <a:buSzPts val="1080"/>
              <a:buNone/>
              <a:defRPr sz="1350">
                <a:solidFill>
                  <a:srgbClr val="3F3F3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93" name="Google Shape;93;p12"/>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94" name="Google Shape;94;p12"/>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95" name="Google Shape;95;p12"/>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6" name="Shape 96"/>
        <p:cNvGrpSpPr/>
        <p:nvPr/>
      </p:nvGrpSpPr>
      <p:grpSpPr>
        <a:xfrm>
          <a:off x="0" y="0"/>
          <a:ext cx="0" cy="0"/>
          <a:chOff x="0" y="0"/>
          <a:chExt cx="0" cy="0"/>
        </a:xfrm>
      </p:grpSpPr>
      <p:sp>
        <p:nvSpPr>
          <p:cNvPr id="97" name="Google Shape;97;p13"/>
          <p:cNvSpPr txBox="1"/>
          <p:nvPr>
            <p:ph type="title"/>
          </p:nvPr>
        </p:nvSpPr>
        <p:spPr>
          <a:xfrm>
            <a:off x="698501" y="457200"/>
            <a:ext cx="6070500" cy="22671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3300"/>
              <a:buFont typeface="Quattrocento Sans"/>
              <a:buNone/>
              <a:defRPr b="0" sz="3300" cap="none"/>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98" name="Google Shape;98;p13"/>
          <p:cNvSpPr txBox="1"/>
          <p:nvPr>
            <p:ph idx="1" type="body"/>
          </p:nvPr>
        </p:nvSpPr>
        <p:spPr>
          <a:xfrm>
            <a:off x="1024604" y="2724150"/>
            <a:ext cx="5418300" cy="285900"/>
          </a:xfrm>
          <a:prstGeom prst="rect">
            <a:avLst/>
          </a:prstGeom>
          <a:noFill/>
          <a:ln>
            <a:noFill/>
          </a:ln>
        </p:spPr>
        <p:txBody>
          <a:bodyPr anchorCtr="0" anchor="ctr" bIns="34275" lIns="68575" spcFirstLastPara="1" rIns="68575" wrap="square" tIns="34275">
            <a:noAutofit/>
          </a:bodyPr>
          <a:lstStyle>
            <a:lvl1pPr indent="-228600" lvl="0" marL="457200" algn="l">
              <a:spcBef>
                <a:spcPts val="750"/>
              </a:spcBef>
              <a:spcAft>
                <a:spcPts val="0"/>
              </a:spcAft>
              <a:buSzPts val="960"/>
              <a:buFont typeface="Arial"/>
              <a:buNone/>
              <a:defRPr sz="1200">
                <a:solidFill>
                  <a:srgbClr val="7F7F7F"/>
                </a:solidFill>
              </a:defRPr>
            </a:lvl1pPr>
            <a:lvl2pPr indent="-228600" lvl="1" marL="914400" algn="l">
              <a:spcBef>
                <a:spcPts val="750"/>
              </a:spcBef>
              <a:spcAft>
                <a:spcPts val="0"/>
              </a:spcAft>
              <a:buSzPts val="960"/>
              <a:buFont typeface="Arial"/>
              <a:buNone/>
              <a:defRPr sz="1200"/>
            </a:lvl2pPr>
            <a:lvl3pPr indent="-228600" lvl="2" marL="1371600" algn="l">
              <a:spcBef>
                <a:spcPts val="750"/>
              </a:spcBef>
              <a:spcAft>
                <a:spcPts val="0"/>
              </a:spcAft>
              <a:buSzPts val="840"/>
              <a:buFont typeface="Arial"/>
              <a:buNone/>
              <a:defRPr sz="1050"/>
            </a:lvl3pPr>
            <a:lvl4pPr indent="-228600" lvl="3" marL="1828800" algn="l">
              <a:spcBef>
                <a:spcPts val="750"/>
              </a:spcBef>
              <a:spcAft>
                <a:spcPts val="0"/>
              </a:spcAft>
              <a:buSzPts val="720"/>
              <a:buFont typeface="Arial"/>
              <a:buNone/>
              <a:defRPr sz="900"/>
            </a:lvl4pPr>
            <a:lvl5pPr indent="-228600" lvl="4" marL="2286000" algn="l">
              <a:spcBef>
                <a:spcPts val="750"/>
              </a:spcBef>
              <a:spcAft>
                <a:spcPts val="0"/>
              </a:spcAft>
              <a:buSzPts val="720"/>
              <a:buFont typeface="Arial"/>
              <a:buNone/>
              <a:defRPr sz="900"/>
            </a:lvl5pPr>
            <a:lvl6pPr indent="-297179" lvl="5" marL="2743200" algn="l">
              <a:spcBef>
                <a:spcPts val="750"/>
              </a:spcBef>
              <a:spcAft>
                <a:spcPts val="0"/>
              </a:spcAft>
              <a:buSzPts val="1080"/>
              <a:buChar char="►"/>
              <a:defRPr sz="900"/>
            </a:lvl6pPr>
            <a:lvl7pPr indent="-297179" lvl="6" marL="3200400" algn="l">
              <a:spcBef>
                <a:spcPts val="750"/>
              </a:spcBef>
              <a:spcAft>
                <a:spcPts val="0"/>
              </a:spcAft>
              <a:buSzPts val="1080"/>
              <a:buChar char="►"/>
              <a:defRPr sz="900"/>
            </a:lvl7pPr>
            <a:lvl8pPr indent="-297179" lvl="7" marL="3657600" algn="l">
              <a:spcBef>
                <a:spcPts val="750"/>
              </a:spcBef>
              <a:spcAft>
                <a:spcPts val="0"/>
              </a:spcAft>
              <a:buSzPts val="1080"/>
              <a:buChar char="►"/>
              <a:defRPr sz="900"/>
            </a:lvl8pPr>
            <a:lvl9pPr indent="-297179" lvl="8" marL="4114800" algn="l">
              <a:spcBef>
                <a:spcPts val="750"/>
              </a:spcBef>
              <a:spcAft>
                <a:spcPts val="0"/>
              </a:spcAft>
              <a:buSzPts val="1080"/>
              <a:buChar char="►"/>
              <a:defRPr sz="900"/>
            </a:lvl9pPr>
          </a:lstStyle>
          <a:p/>
        </p:txBody>
      </p:sp>
      <p:sp>
        <p:nvSpPr>
          <p:cNvPr id="99" name="Google Shape;99;p13"/>
          <p:cNvSpPr txBox="1"/>
          <p:nvPr>
            <p:ph idx="2" type="body"/>
          </p:nvPr>
        </p:nvSpPr>
        <p:spPr>
          <a:xfrm>
            <a:off x="508001" y="3352800"/>
            <a:ext cx="6447600" cy="1178100"/>
          </a:xfrm>
          <a:prstGeom prst="rect">
            <a:avLst/>
          </a:prstGeom>
          <a:noFill/>
          <a:ln>
            <a:noFill/>
          </a:ln>
        </p:spPr>
        <p:txBody>
          <a:bodyPr anchorCtr="0" anchor="ctr" bIns="34275" lIns="68575" spcFirstLastPara="1" rIns="68575" wrap="square" tIns="34275">
            <a:normAutofit/>
          </a:bodyPr>
          <a:lstStyle>
            <a:lvl1pPr indent="-228600" lvl="0" marL="457200" algn="l">
              <a:spcBef>
                <a:spcPts val="750"/>
              </a:spcBef>
              <a:spcAft>
                <a:spcPts val="0"/>
              </a:spcAft>
              <a:buSzPts val="1080"/>
              <a:buNone/>
              <a:defRPr sz="1350">
                <a:solidFill>
                  <a:srgbClr val="3F3F3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100" name="Google Shape;100;p13"/>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01" name="Google Shape;101;p13"/>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02" name="Google Shape;102;p13"/>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
        <p:nvSpPr>
          <p:cNvPr id="103" name="Google Shape;103;p13"/>
          <p:cNvSpPr txBox="1"/>
          <p:nvPr/>
        </p:nvSpPr>
        <p:spPr>
          <a:xfrm>
            <a:off x="406402" y="592784"/>
            <a:ext cx="457200" cy="438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IN" sz="6000" u="none" cap="none" strike="noStrike">
                <a:solidFill>
                  <a:srgbClr val="8FA1CF"/>
                </a:solidFill>
                <a:latin typeface="Arial"/>
                <a:ea typeface="Arial"/>
                <a:cs typeface="Arial"/>
                <a:sym typeface="Arial"/>
              </a:rPr>
              <a:t>“</a:t>
            </a:r>
            <a:endParaRPr sz="1050"/>
          </a:p>
        </p:txBody>
      </p:sp>
      <p:sp>
        <p:nvSpPr>
          <p:cNvPr id="104" name="Google Shape;104;p13"/>
          <p:cNvSpPr txBox="1"/>
          <p:nvPr/>
        </p:nvSpPr>
        <p:spPr>
          <a:xfrm>
            <a:off x="6669758" y="2164917"/>
            <a:ext cx="457200" cy="438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IN" sz="6000" u="none" cap="none" strike="noStrike">
                <a:solidFill>
                  <a:srgbClr val="8FA1CF"/>
                </a:solidFill>
                <a:latin typeface="Arial"/>
                <a:ea typeface="Arial"/>
                <a:cs typeface="Arial"/>
                <a:sym typeface="Arial"/>
              </a:rPr>
              <a:t>”</a:t>
            </a:r>
            <a:endParaRPr b="0" i="0" sz="1350" u="none" cap="none" strike="noStrike">
              <a:solidFill>
                <a:srgbClr val="8FA1CF"/>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5" name="Shape 105"/>
        <p:cNvGrpSpPr/>
        <p:nvPr/>
      </p:nvGrpSpPr>
      <p:grpSpPr>
        <a:xfrm>
          <a:off x="0" y="0"/>
          <a:ext cx="0" cy="0"/>
          <a:chOff x="0" y="0"/>
          <a:chExt cx="0" cy="0"/>
        </a:xfrm>
      </p:grpSpPr>
      <p:sp>
        <p:nvSpPr>
          <p:cNvPr id="106" name="Google Shape;106;p14"/>
          <p:cNvSpPr txBox="1"/>
          <p:nvPr>
            <p:ph type="title"/>
          </p:nvPr>
        </p:nvSpPr>
        <p:spPr>
          <a:xfrm>
            <a:off x="508001" y="1448991"/>
            <a:ext cx="6447600" cy="19467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accent1"/>
              </a:buClr>
              <a:buSzPts val="3300"/>
              <a:buFont typeface="Quattrocento Sans"/>
              <a:buNone/>
              <a:defRPr b="0" sz="3300" cap="none"/>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07" name="Google Shape;107;p14"/>
          <p:cNvSpPr txBox="1"/>
          <p:nvPr>
            <p:ph idx="1" type="body"/>
          </p:nvPr>
        </p:nvSpPr>
        <p:spPr>
          <a:xfrm>
            <a:off x="508001" y="3395586"/>
            <a:ext cx="6447600" cy="1135500"/>
          </a:xfrm>
          <a:prstGeom prst="rect">
            <a:avLst/>
          </a:prstGeom>
          <a:noFill/>
          <a:ln>
            <a:noFill/>
          </a:ln>
        </p:spPr>
        <p:txBody>
          <a:bodyPr anchorCtr="0" anchor="t" bIns="34275" lIns="68575" spcFirstLastPara="1" rIns="68575" wrap="square" tIns="34275">
            <a:normAutofit/>
          </a:bodyPr>
          <a:lstStyle>
            <a:lvl1pPr indent="-228600" lvl="0" marL="457200" algn="l">
              <a:spcBef>
                <a:spcPts val="750"/>
              </a:spcBef>
              <a:spcAft>
                <a:spcPts val="0"/>
              </a:spcAft>
              <a:buSzPts val="1080"/>
              <a:buNone/>
              <a:defRPr sz="1350">
                <a:solidFill>
                  <a:srgbClr val="3F3F3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108" name="Google Shape;108;p14"/>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09" name="Google Shape;109;p14"/>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10" name="Google Shape;110;p14"/>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1" name="Shape 111"/>
        <p:cNvGrpSpPr/>
        <p:nvPr/>
      </p:nvGrpSpPr>
      <p:grpSpPr>
        <a:xfrm>
          <a:off x="0" y="0"/>
          <a:ext cx="0" cy="0"/>
          <a:chOff x="0" y="0"/>
          <a:chExt cx="0" cy="0"/>
        </a:xfrm>
      </p:grpSpPr>
      <p:sp>
        <p:nvSpPr>
          <p:cNvPr id="112" name="Google Shape;112;p15"/>
          <p:cNvSpPr txBox="1"/>
          <p:nvPr>
            <p:ph type="title"/>
          </p:nvPr>
        </p:nvSpPr>
        <p:spPr>
          <a:xfrm>
            <a:off x="698501" y="457200"/>
            <a:ext cx="6070500" cy="22671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3300"/>
              <a:buFont typeface="Quattrocento Sans"/>
              <a:buNone/>
              <a:defRPr b="0" sz="3300" cap="none"/>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13" name="Google Shape;113;p15"/>
          <p:cNvSpPr txBox="1"/>
          <p:nvPr>
            <p:ph idx="1" type="body"/>
          </p:nvPr>
        </p:nvSpPr>
        <p:spPr>
          <a:xfrm>
            <a:off x="507999" y="3009900"/>
            <a:ext cx="6447600" cy="385800"/>
          </a:xfrm>
          <a:prstGeom prst="rect">
            <a:avLst/>
          </a:prstGeom>
          <a:noFill/>
          <a:ln>
            <a:noFill/>
          </a:ln>
        </p:spPr>
        <p:txBody>
          <a:bodyPr anchorCtr="0" anchor="b" bIns="34275" lIns="68575" spcFirstLastPara="1" rIns="68575" wrap="square" tIns="34275">
            <a:noAutofit/>
          </a:bodyPr>
          <a:lstStyle>
            <a:lvl1pPr indent="-228600" lvl="0" marL="457200" algn="l">
              <a:spcBef>
                <a:spcPts val="750"/>
              </a:spcBef>
              <a:spcAft>
                <a:spcPts val="0"/>
              </a:spcAft>
              <a:buSzPts val="1440"/>
              <a:buFont typeface="Arial"/>
              <a:buNone/>
              <a:defRPr sz="1800">
                <a:solidFill>
                  <a:srgbClr val="3F3F3F"/>
                </a:solidFill>
              </a:defRPr>
            </a:lvl1pPr>
            <a:lvl2pPr indent="-228600" lvl="1" marL="914400" algn="l">
              <a:spcBef>
                <a:spcPts val="750"/>
              </a:spcBef>
              <a:spcAft>
                <a:spcPts val="0"/>
              </a:spcAft>
              <a:buSzPts val="960"/>
              <a:buFont typeface="Arial"/>
              <a:buNone/>
              <a:defRPr sz="1200"/>
            </a:lvl2pPr>
            <a:lvl3pPr indent="-228600" lvl="2" marL="1371600" algn="l">
              <a:spcBef>
                <a:spcPts val="750"/>
              </a:spcBef>
              <a:spcAft>
                <a:spcPts val="0"/>
              </a:spcAft>
              <a:buSzPts val="840"/>
              <a:buFont typeface="Arial"/>
              <a:buNone/>
              <a:defRPr sz="1050"/>
            </a:lvl3pPr>
            <a:lvl4pPr indent="-228600" lvl="3" marL="1828800" algn="l">
              <a:spcBef>
                <a:spcPts val="750"/>
              </a:spcBef>
              <a:spcAft>
                <a:spcPts val="0"/>
              </a:spcAft>
              <a:buSzPts val="720"/>
              <a:buFont typeface="Arial"/>
              <a:buNone/>
              <a:defRPr sz="900"/>
            </a:lvl4pPr>
            <a:lvl5pPr indent="-228600" lvl="4" marL="2286000" algn="l">
              <a:spcBef>
                <a:spcPts val="750"/>
              </a:spcBef>
              <a:spcAft>
                <a:spcPts val="0"/>
              </a:spcAft>
              <a:buSzPts val="720"/>
              <a:buFont typeface="Arial"/>
              <a:buNone/>
              <a:defRPr sz="900"/>
            </a:lvl5pPr>
            <a:lvl6pPr indent="-297179" lvl="5" marL="2743200" algn="l">
              <a:spcBef>
                <a:spcPts val="750"/>
              </a:spcBef>
              <a:spcAft>
                <a:spcPts val="0"/>
              </a:spcAft>
              <a:buSzPts val="1080"/>
              <a:buChar char="►"/>
              <a:defRPr sz="900"/>
            </a:lvl6pPr>
            <a:lvl7pPr indent="-297179" lvl="6" marL="3200400" algn="l">
              <a:spcBef>
                <a:spcPts val="750"/>
              </a:spcBef>
              <a:spcAft>
                <a:spcPts val="0"/>
              </a:spcAft>
              <a:buSzPts val="1080"/>
              <a:buChar char="►"/>
              <a:defRPr sz="900"/>
            </a:lvl7pPr>
            <a:lvl8pPr indent="-297179" lvl="7" marL="3657600" algn="l">
              <a:spcBef>
                <a:spcPts val="750"/>
              </a:spcBef>
              <a:spcAft>
                <a:spcPts val="0"/>
              </a:spcAft>
              <a:buSzPts val="1080"/>
              <a:buChar char="►"/>
              <a:defRPr sz="900"/>
            </a:lvl8pPr>
            <a:lvl9pPr indent="-297179" lvl="8" marL="4114800" algn="l">
              <a:spcBef>
                <a:spcPts val="750"/>
              </a:spcBef>
              <a:spcAft>
                <a:spcPts val="0"/>
              </a:spcAft>
              <a:buSzPts val="1080"/>
              <a:buChar char="►"/>
              <a:defRPr sz="900"/>
            </a:lvl9pPr>
          </a:lstStyle>
          <a:p/>
        </p:txBody>
      </p:sp>
      <p:sp>
        <p:nvSpPr>
          <p:cNvPr id="114" name="Google Shape;114;p15"/>
          <p:cNvSpPr txBox="1"/>
          <p:nvPr>
            <p:ph idx="2" type="body"/>
          </p:nvPr>
        </p:nvSpPr>
        <p:spPr>
          <a:xfrm>
            <a:off x="508001" y="3395586"/>
            <a:ext cx="6447600" cy="1135500"/>
          </a:xfrm>
          <a:prstGeom prst="rect">
            <a:avLst/>
          </a:prstGeom>
          <a:noFill/>
          <a:ln>
            <a:noFill/>
          </a:ln>
        </p:spPr>
        <p:txBody>
          <a:bodyPr anchorCtr="0" anchor="t" bIns="34275" lIns="68575" spcFirstLastPara="1" rIns="68575" wrap="square" tIns="34275">
            <a:normAutofit/>
          </a:bodyPr>
          <a:lstStyle>
            <a:lvl1pPr indent="-228600" lvl="0" marL="457200" algn="l">
              <a:spcBef>
                <a:spcPts val="750"/>
              </a:spcBef>
              <a:spcAft>
                <a:spcPts val="0"/>
              </a:spcAft>
              <a:buSzPts val="1080"/>
              <a:buNone/>
              <a:defRPr sz="1350">
                <a:solidFill>
                  <a:srgbClr val="7F7F7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115" name="Google Shape;115;p15"/>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16" name="Google Shape;116;p15"/>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17" name="Google Shape;117;p15"/>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
        <p:nvSpPr>
          <p:cNvPr id="118" name="Google Shape;118;p15"/>
          <p:cNvSpPr txBox="1"/>
          <p:nvPr/>
        </p:nvSpPr>
        <p:spPr>
          <a:xfrm>
            <a:off x="406402" y="592784"/>
            <a:ext cx="457200" cy="438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IN" sz="6000" u="none" cap="none" strike="noStrike">
                <a:solidFill>
                  <a:srgbClr val="8FA1CF"/>
                </a:solidFill>
                <a:latin typeface="Arial"/>
                <a:ea typeface="Arial"/>
                <a:cs typeface="Arial"/>
                <a:sym typeface="Arial"/>
              </a:rPr>
              <a:t>“</a:t>
            </a:r>
            <a:endParaRPr sz="1050"/>
          </a:p>
        </p:txBody>
      </p:sp>
      <p:sp>
        <p:nvSpPr>
          <p:cNvPr id="119" name="Google Shape;119;p15"/>
          <p:cNvSpPr txBox="1"/>
          <p:nvPr/>
        </p:nvSpPr>
        <p:spPr>
          <a:xfrm>
            <a:off x="6669758" y="2164917"/>
            <a:ext cx="457200" cy="438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IN" sz="6000" u="none" cap="none" strike="noStrike">
                <a:solidFill>
                  <a:srgbClr val="8FA1CF"/>
                </a:solidFill>
                <a:latin typeface="Arial"/>
                <a:ea typeface="Arial"/>
                <a:cs typeface="Arial"/>
                <a:sym typeface="Arial"/>
              </a:rPr>
              <a:t>”</a:t>
            </a:r>
            <a:endParaRPr sz="105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0" name="Shape 120"/>
        <p:cNvGrpSpPr/>
        <p:nvPr/>
      </p:nvGrpSpPr>
      <p:grpSpPr>
        <a:xfrm>
          <a:off x="0" y="0"/>
          <a:ext cx="0" cy="0"/>
          <a:chOff x="0" y="0"/>
          <a:chExt cx="0" cy="0"/>
        </a:xfrm>
      </p:grpSpPr>
      <p:sp>
        <p:nvSpPr>
          <p:cNvPr id="121" name="Google Shape;121;p16"/>
          <p:cNvSpPr txBox="1"/>
          <p:nvPr>
            <p:ph type="title"/>
          </p:nvPr>
        </p:nvSpPr>
        <p:spPr>
          <a:xfrm>
            <a:off x="514349" y="457200"/>
            <a:ext cx="6441300" cy="22671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3300"/>
              <a:buFont typeface="Quattrocento Sans"/>
              <a:buNone/>
              <a:defRPr b="0" sz="3300" cap="none"/>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22" name="Google Shape;122;p16"/>
          <p:cNvSpPr txBox="1"/>
          <p:nvPr>
            <p:ph idx="1" type="body"/>
          </p:nvPr>
        </p:nvSpPr>
        <p:spPr>
          <a:xfrm>
            <a:off x="507999" y="3009900"/>
            <a:ext cx="6447600" cy="385800"/>
          </a:xfrm>
          <a:prstGeom prst="rect">
            <a:avLst/>
          </a:prstGeom>
          <a:noFill/>
          <a:ln>
            <a:noFill/>
          </a:ln>
        </p:spPr>
        <p:txBody>
          <a:bodyPr anchorCtr="0" anchor="b" bIns="34275" lIns="68575" spcFirstLastPara="1" rIns="68575" wrap="square" tIns="34275">
            <a:noAutofit/>
          </a:bodyPr>
          <a:lstStyle>
            <a:lvl1pPr indent="-228600" lvl="0" marL="457200" algn="l">
              <a:spcBef>
                <a:spcPts val="750"/>
              </a:spcBef>
              <a:spcAft>
                <a:spcPts val="0"/>
              </a:spcAft>
              <a:buSzPts val="1440"/>
              <a:buFont typeface="Arial"/>
              <a:buNone/>
              <a:defRPr sz="1800">
                <a:solidFill>
                  <a:schemeClr val="accent1"/>
                </a:solidFill>
              </a:defRPr>
            </a:lvl1pPr>
            <a:lvl2pPr indent="-228600" lvl="1" marL="914400" algn="l">
              <a:spcBef>
                <a:spcPts val="750"/>
              </a:spcBef>
              <a:spcAft>
                <a:spcPts val="0"/>
              </a:spcAft>
              <a:buSzPts val="960"/>
              <a:buFont typeface="Arial"/>
              <a:buNone/>
              <a:defRPr sz="1200"/>
            </a:lvl2pPr>
            <a:lvl3pPr indent="-228600" lvl="2" marL="1371600" algn="l">
              <a:spcBef>
                <a:spcPts val="750"/>
              </a:spcBef>
              <a:spcAft>
                <a:spcPts val="0"/>
              </a:spcAft>
              <a:buSzPts val="840"/>
              <a:buFont typeface="Arial"/>
              <a:buNone/>
              <a:defRPr sz="1050"/>
            </a:lvl3pPr>
            <a:lvl4pPr indent="-228600" lvl="3" marL="1828800" algn="l">
              <a:spcBef>
                <a:spcPts val="750"/>
              </a:spcBef>
              <a:spcAft>
                <a:spcPts val="0"/>
              </a:spcAft>
              <a:buSzPts val="720"/>
              <a:buFont typeface="Arial"/>
              <a:buNone/>
              <a:defRPr sz="900"/>
            </a:lvl4pPr>
            <a:lvl5pPr indent="-228600" lvl="4" marL="2286000" algn="l">
              <a:spcBef>
                <a:spcPts val="750"/>
              </a:spcBef>
              <a:spcAft>
                <a:spcPts val="0"/>
              </a:spcAft>
              <a:buSzPts val="720"/>
              <a:buFont typeface="Arial"/>
              <a:buNone/>
              <a:defRPr sz="900"/>
            </a:lvl5pPr>
            <a:lvl6pPr indent="-297179" lvl="5" marL="2743200" algn="l">
              <a:spcBef>
                <a:spcPts val="750"/>
              </a:spcBef>
              <a:spcAft>
                <a:spcPts val="0"/>
              </a:spcAft>
              <a:buSzPts val="1080"/>
              <a:buChar char="►"/>
              <a:defRPr sz="900"/>
            </a:lvl6pPr>
            <a:lvl7pPr indent="-297179" lvl="6" marL="3200400" algn="l">
              <a:spcBef>
                <a:spcPts val="750"/>
              </a:spcBef>
              <a:spcAft>
                <a:spcPts val="0"/>
              </a:spcAft>
              <a:buSzPts val="1080"/>
              <a:buChar char="►"/>
              <a:defRPr sz="900"/>
            </a:lvl7pPr>
            <a:lvl8pPr indent="-297179" lvl="7" marL="3657600" algn="l">
              <a:spcBef>
                <a:spcPts val="750"/>
              </a:spcBef>
              <a:spcAft>
                <a:spcPts val="0"/>
              </a:spcAft>
              <a:buSzPts val="1080"/>
              <a:buChar char="►"/>
              <a:defRPr sz="900"/>
            </a:lvl8pPr>
            <a:lvl9pPr indent="-297179" lvl="8" marL="4114800" algn="l">
              <a:spcBef>
                <a:spcPts val="750"/>
              </a:spcBef>
              <a:spcAft>
                <a:spcPts val="0"/>
              </a:spcAft>
              <a:buSzPts val="1080"/>
              <a:buChar char="►"/>
              <a:defRPr sz="900"/>
            </a:lvl9pPr>
          </a:lstStyle>
          <a:p/>
        </p:txBody>
      </p:sp>
      <p:sp>
        <p:nvSpPr>
          <p:cNvPr id="123" name="Google Shape;123;p16"/>
          <p:cNvSpPr txBox="1"/>
          <p:nvPr>
            <p:ph idx="2" type="body"/>
          </p:nvPr>
        </p:nvSpPr>
        <p:spPr>
          <a:xfrm>
            <a:off x="508001" y="3395586"/>
            <a:ext cx="6447600" cy="1135500"/>
          </a:xfrm>
          <a:prstGeom prst="rect">
            <a:avLst/>
          </a:prstGeom>
          <a:noFill/>
          <a:ln>
            <a:noFill/>
          </a:ln>
        </p:spPr>
        <p:txBody>
          <a:bodyPr anchorCtr="0" anchor="t" bIns="34275" lIns="68575" spcFirstLastPara="1" rIns="68575" wrap="square" tIns="34275">
            <a:normAutofit/>
          </a:bodyPr>
          <a:lstStyle>
            <a:lvl1pPr indent="-228600" lvl="0" marL="457200" algn="l">
              <a:spcBef>
                <a:spcPts val="750"/>
              </a:spcBef>
              <a:spcAft>
                <a:spcPts val="0"/>
              </a:spcAft>
              <a:buSzPts val="1080"/>
              <a:buNone/>
              <a:defRPr sz="1350">
                <a:solidFill>
                  <a:srgbClr val="7F7F7F"/>
                </a:solidFill>
              </a:defRPr>
            </a:lvl1pPr>
            <a:lvl2pPr indent="-228600" lvl="1" marL="914400" algn="l">
              <a:spcBef>
                <a:spcPts val="750"/>
              </a:spcBef>
              <a:spcAft>
                <a:spcPts val="0"/>
              </a:spcAft>
              <a:buSzPts val="1080"/>
              <a:buNone/>
              <a:defRPr sz="1350">
                <a:solidFill>
                  <a:srgbClr val="888888"/>
                </a:solidFill>
              </a:defRPr>
            </a:lvl2pPr>
            <a:lvl3pPr indent="-228600" lvl="2" marL="1371600" algn="l">
              <a:spcBef>
                <a:spcPts val="750"/>
              </a:spcBef>
              <a:spcAft>
                <a:spcPts val="0"/>
              </a:spcAft>
              <a:buSzPts val="960"/>
              <a:buNone/>
              <a:defRPr sz="1200">
                <a:solidFill>
                  <a:srgbClr val="888888"/>
                </a:solidFill>
              </a:defRPr>
            </a:lvl3pPr>
            <a:lvl4pPr indent="-228600" lvl="3" marL="1828800" algn="l">
              <a:spcBef>
                <a:spcPts val="750"/>
              </a:spcBef>
              <a:spcAft>
                <a:spcPts val="0"/>
              </a:spcAft>
              <a:buSzPts val="840"/>
              <a:buNone/>
              <a:defRPr sz="1050">
                <a:solidFill>
                  <a:srgbClr val="888888"/>
                </a:solidFill>
              </a:defRPr>
            </a:lvl4pPr>
            <a:lvl5pPr indent="-228600" lvl="4" marL="2286000" algn="l">
              <a:spcBef>
                <a:spcPts val="750"/>
              </a:spcBef>
              <a:spcAft>
                <a:spcPts val="0"/>
              </a:spcAft>
              <a:buSzPts val="840"/>
              <a:buNone/>
              <a:defRPr sz="1050">
                <a:solidFill>
                  <a:srgbClr val="888888"/>
                </a:solidFill>
              </a:defRPr>
            </a:lvl5pPr>
            <a:lvl6pPr indent="-228600" lvl="5" marL="2743200" algn="l">
              <a:spcBef>
                <a:spcPts val="750"/>
              </a:spcBef>
              <a:spcAft>
                <a:spcPts val="0"/>
              </a:spcAft>
              <a:buSzPts val="840"/>
              <a:buNone/>
              <a:defRPr sz="1050">
                <a:solidFill>
                  <a:srgbClr val="888888"/>
                </a:solidFill>
              </a:defRPr>
            </a:lvl6pPr>
            <a:lvl7pPr indent="-228600" lvl="6" marL="3200400" algn="l">
              <a:spcBef>
                <a:spcPts val="750"/>
              </a:spcBef>
              <a:spcAft>
                <a:spcPts val="0"/>
              </a:spcAft>
              <a:buSzPts val="840"/>
              <a:buNone/>
              <a:defRPr sz="1050">
                <a:solidFill>
                  <a:srgbClr val="888888"/>
                </a:solidFill>
              </a:defRPr>
            </a:lvl7pPr>
            <a:lvl8pPr indent="-228600" lvl="7" marL="3657600" algn="l">
              <a:spcBef>
                <a:spcPts val="750"/>
              </a:spcBef>
              <a:spcAft>
                <a:spcPts val="0"/>
              </a:spcAft>
              <a:buSzPts val="840"/>
              <a:buNone/>
              <a:defRPr sz="1050">
                <a:solidFill>
                  <a:srgbClr val="888888"/>
                </a:solidFill>
              </a:defRPr>
            </a:lvl8pPr>
            <a:lvl9pPr indent="-228600" lvl="8" marL="4114800" algn="l">
              <a:spcBef>
                <a:spcPts val="750"/>
              </a:spcBef>
              <a:spcAft>
                <a:spcPts val="0"/>
              </a:spcAft>
              <a:buSzPts val="840"/>
              <a:buNone/>
              <a:defRPr sz="1050">
                <a:solidFill>
                  <a:srgbClr val="888888"/>
                </a:solidFill>
              </a:defRPr>
            </a:lvl9pPr>
          </a:lstStyle>
          <a:p/>
        </p:txBody>
      </p:sp>
      <p:sp>
        <p:nvSpPr>
          <p:cNvPr id="124" name="Google Shape;124;p16"/>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25" name="Google Shape;125;p16"/>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26" name="Google Shape;126;p16"/>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17"/>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accent1"/>
              </a:buClr>
              <a:buSzPts val="1350"/>
              <a:buNone/>
              <a:defRPr sz="2700"/>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29" name="Google Shape;129;p17"/>
          <p:cNvSpPr txBox="1"/>
          <p:nvPr>
            <p:ph idx="1" type="body"/>
          </p:nvPr>
        </p:nvSpPr>
        <p:spPr>
          <a:xfrm rot="5400000">
            <a:off x="2276402" y="-148058"/>
            <a:ext cx="2910600" cy="6447600"/>
          </a:xfrm>
          <a:prstGeom prst="rect">
            <a:avLst/>
          </a:prstGeom>
          <a:noFill/>
          <a:ln>
            <a:noFill/>
          </a:ln>
        </p:spPr>
        <p:txBody>
          <a:bodyPr anchorCtr="0" anchor="t" bIns="34275" lIns="68575" spcFirstLastPara="1" rIns="68575" wrap="square" tIns="34275">
            <a:normAutofit/>
          </a:bodyPr>
          <a:lstStyle>
            <a:lvl1pPr indent="-297180" lvl="0" marL="457200" algn="l">
              <a:spcBef>
                <a:spcPts val="750"/>
              </a:spcBef>
              <a:spcAft>
                <a:spcPts val="0"/>
              </a:spcAft>
              <a:buSzPts val="1080"/>
              <a:buChar char="►"/>
              <a:defRPr sz="1350"/>
            </a:lvl1pPr>
            <a:lvl2pPr indent="-297180" lvl="1" marL="914400" algn="l">
              <a:spcBef>
                <a:spcPts val="750"/>
              </a:spcBef>
              <a:spcAft>
                <a:spcPts val="0"/>
              </a:spcAft>
              <a:buSzPts val="1080"/>
              <a:buChar char="►"/>
              <a:defRPr sz="1200"/>
            </a:lvl2pPr>
            <a:lvl3pPr indent="-297180" lvl="2" marL="1371600" algn="l">
              <a:spcBef>
                <a:spcPts val="750"/>
              </a:spcBef>
              <a:spcAft>
                <a:spcPts val="0"/>
              </a:spcAft>
              <a:buSzPts val="1080"/>
              <a:buChar char="►"/>
              <a:defRPr sz="1050"/>
            </a:lvl3pPr>
            <a:lvl4pPr indent="-297180" lvl="3" marL="1828800" algn="l">
              <a:spcBef>
                <a:spcPts val="750"/>
              </a:spcBef>
              <a:spcAft>
                <a:spcPts val="0"/>
              </a:spcAft>
              <a:buSzPts val="1080"/>
              <a:buChar char="►"/>
              <a:defRPr sz="900"/>
            </a:lvl4pPr>
            <a:lvl5pPr indent="-297179" lvl="4" marL="2286000" algn="l">
              <a:spcBef>
                <a:spcPts val="750"/>
              </a:spcBef>
              <a:spcAft>
                <a:spcPts val="0"/>
              </a:spcAft>
              <a:buSzPts val="1080"/>
              <a:buChar char="►"/>
              <a:defRPr sz="900"/>
            </a:lvl5pPr>
            <a:lvl6pPr indent="-297179" lvl="5" marL="2743200" algn="l">
              <a:spcBef>
                <a:spcPts val="750"/>
              </a:spcBef>
              <a:spcAft>
                <a:spcPts val="0"/>
              </a:spcAft>
              <a:buSzPts val="1080"/>
              <a:buChar char="►"/>
              <a:defRPr sz="900"/>
            </a:lvl6pPr>
            <a:lvl7pPr indent="-297179" lvl="6" marL="3200400" algn="l">
              <a:spcBef>
                <a:spcPts val="750"/>
              </a:spcBef>
              <a:spcAft>
                <a:spcPts val="0"/>
              </a:spcAft>
              <a:buSzPts val="1080"/>
              <a:buChar char="►"/>
              <a:defRPr sz="900"/>
            </a:lvl7pPr>
            <a:lvl8pPr indent="-297179" lvl="7" marL="3657600" algn="l">
              <a:spcBef>
                <a:spcPts val="750"/>
              </a:spcBef>
              <a:spcAft>
                <a:spcPts val="0"/>
              </a:spcAft>
              <a:buSzPts val="1080"/>
              <a:buChar char="►"/>
              <a:defRPr sz="900"/>
            </a:lvl8pPr>
            <a:lvl9pPr indent="-297179" lvl="8" marL="4114800" algn="l">
              <a:spcBef>
                <a:spcPts val="750"/>
              </a:spcBef>
              <a:spcAft>
                <a:spcPts val="0"/>
              </a:spcAft>
              <a:buSzPts val="1080"/>
              <a:buChar char="►"/>
              <a:defRPr sz="900"/>
            </a:lvl9pPr>
          </a:lstStyle>
          <a:p/>
        </p:txBody>
      </p:sp>
      <p:sp>
        <p:nvSpPr>
          <p:cNvPr id="130" name="Google Shape;130;p17"/>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31" name="Google Shape;131;p17"/>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32" name="Google Shape;132;p17"/>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3" name="Shape 133"/>
        <p:cNvGrpSpPr/>
        <p:nvPr/>
      </p:nvGrpSpPr>
      <p:grpSpPr>
        <a:xfrm>
          <a:off x="0" y="0"/>
          <a:ext cx="0" cy="0"/>
          <a:chOff x="0" y="0"/>
          <a:chExt cx="0" cy="0"/>
        </a:xfrm>
      </p:grpSpPr>
      <p:sp>
        <p:nvSpPr>
          <p:cNvPr id="134" name="Google Shape;134;p18"/>
          <p:cNvSpPr txBox="1"/>
          <p:nvPr>
            <p:ph type="title"/>
          </p:nvPr>
        </p:nvSpPr>
        <p:spPr>
          <a:xfrm rot="5400000">
            <a:off x="4495662" y="1937249"/>
            <a:ext cx="3938700" cy="9786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accent1"/>
              </a:buClr>
              <a:buSzPts val="1350"/>
              <a:buNone/>
              <a:defRPr sz="2700"/>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35" name="Google Shape;135;p18"/>
          <p:cNvSpPr txBox="1"/>
          <p:nvPr>
            <p:ph idx="1" type="body"/>
          </p:nvPr>
        </p:nvSpPr>
        <p:spPr>
          <a:xfrm rot="5400000">
            <a:off x="1186264" y="-220950"/>
            <a:ext cx="3938700" cy="5295000"/>
          </a:xfrm>
          <a:prstGeom prst="rect">
            <a:avLst/>
          </a:prstGeom>
          <a:noFill/>
          <a:ln>
            <a:noFill/>
          </a:ln>
        </p:spPr>
        <p:txBody>
          <a:bodyPr anchorCtr="0" anchor="t" bIns="34275" lIns="68575" spcFirstLastPara="1" rIns="68575" wrap="square" tIns="34275">
            <a:normAutofit/>
          </a:bodyPr>
          <a:lstStyle>
            <a:lvl1pPr indent="-297180" lvl="0" marL="457200" algn="l">
              <a:spcBef>
                <a:spcPts val="750"/>
              </a:spcBef>
              <a:spcAft>
                <a:spcPts val="0"/>
              </a:spcAft>
              <a:buSzPts val="1080"/>
              <a:buChar char="►"/>
              <a:defRPr sz="1350"/>
            </a:lvl1pPr>
            <a:lvl2pPr indent="-297180" lvl="1" marL="914400" algn="l">
              <a:spcBef>
                <a:spcPts val="750"/>
              </a:spcBef>
              <a:spcAft>
                <a:spcPts val="0"/>
              </a:spcAft>
              <a:buSzPts val="1080"/>
              <a:buChar char="►"/>
              <a:defRPr sz="1200"/>
            </a:lvl2pPr>
            <a:lvl3pPr indent="-297180" lvl="2" marL="1371600" algn="l">
              <a:spcBef>
                <a:spcPts val="750"/>
              </a:spcBef>
              <a:spcAft>
                <a:spcPts val="0"/>
              </a:spcAft>
              <a:buSzPts val="1080"/>
              <a:buChar char="►"/>
              <a:defRPr sz="1050"/>
            </a:lvl3pPr>
            <a:lvl4pPr indent="-297180" lvl="3" marL="1828800" algn="l">
              <a:spcBef>
                <a:spcPts val="750"/>
              </a:spcBef>
              <a:spcAft>
                <a:spcPts val="0"/>
              </a:spcAft>
              <a:buSzPts val="1080"/>
              <a:buChar char="►"/>
              <a:defRPr sz="900"/>
            </a:lvl4pPr>
            <a:lvl5pPr indent="-297179" lvl="4" marL="2286000" algn="l">
              <a:spcBef>
                <a:spcPts val="750"/>
              </a:spcBef>
              <a:spcAft>
                <a:spcPts val="0"/>
              </a:spcAft>
              <a:buSzPts val="1080"/>
              <a:buChar char="►"/>
              <a:defRPr sz="900"/>
            </a:lvl5pPr>
            <a:lvl6pPr indent="-297179" lvl="5" marL="2743200" algn="l">
              <a:spcBef>
                <a:spcPts val="750"/>
              </a:spcBef>
              <a:spcAft>
                <a:spcPts val="0"/>
              </a:spcAft>
              <a:buSzPts val="1080"/>
              <a:buChar char="►"/>
              <a:defRPr sz="900"/>
            </a:lvl6pPr>
            <a:lvl7pPr indent="-297179" lvl="6" marL="3200400" algn="l">
              <a:spcBef>
                <a:spcPts val="750"/>
              </a:spcBef>
              <a:spcAft>
                <a:spcPts val="0"/>
              </a:spcAft>
              <a:buSzPts val="1080"/>
              <a:buChar char="►"/>
              <a:defRPr sz="900"/>
            </a:lvl7pPr>
            <a:lvl8pPr indent="-297179" lvl="7" marL="3657600" algn="l">
              <a:spcBef>
                <a:spcPts val="750"/>
              </a:spcBef>
              <a:spcAft>
                <a:spcPts val="0"/>
              </a:spcAft>
              <a:buSzPts val="1080"/>
              <a:buChar char="►"/>
              <a:defRPr sz="900"/>
            </a:lvl8pPr>
            <a:lvl9pPr indent="-297179" lvl="8" marL="4114800" algn="l">
              <a:spcBef>
                <a:spcPts val="750"/>
              </a:spcBef>
              <a:spcAft>
                <a:spcPts val="0"/>
              </a:spcAft>
              <a:buSzPts val="1080"/>
              <a:buChar char="►"/>
              <a:defRPr sz="900"/>
            </a:lvl9pPr>
          </a:lstStyle>
          <a:p/>
        </p:txBody>
      </p:sp>
      <p:sp>
        <p:nvSpPr>
          <p:cNvPr id="136" name="Google Shape;136;p18"/>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37" name="Google Shape;137;p18"/>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050"/>
              <a:buNone/>
              <a:defRPr sz="675"/>
            </a:lvl1pPr>
            <a:lvl2pPr lvl="1" algn="l">
              <a:spcBef>
                <a:spcPts val="0"/>
              </a:spcBef>
              <a:spcAft>
                <a:spcPts val="0"/>
              </a:spcAft>
              <a:buSzPts val="1050"/>
              <a:buNone/>
              <a:defRPr sz="1350"/>
            </a:lvl2pPr>
            <a:lvl3pPr lvl="2" algn="l">
              <a:spcBef>
                <a:spcPts val="0"/>
              </a:spcBef>
              <a:spcAft>
                <a:spcPts val="0"/>
              </a:spcAft>
              <a:buSzPts val="1050"/>
              <a:buNone/>
              <a:defRPr sz="1350"/>
            </a:lvl3pPr>
            <a:lvl4pPr lvl="3" algn="l">
              <a:spcBef>
                <a:spcPts val="0"/>
              </a:spcBef>
              <a:spcAft>
                <a:spcPts val="0"/>
              </a:spcAft>
              <a:buSzPts val="1050"/>
              <a:buNone/>
              <a:defRPr sz="1350"/>
            </a:lvl4pPr>
            <a:lvl5pPr lvl="4" algn="l">
              <a:spcBef>
                <a:spcPts val="0"/>
              </a:spcBef>
              <a:spcAft>
                <a:spcPts val="0"/>
              </a:spcAft>
              <a:buSzPts val="1050"/>
              <a:buNone/>
              <a:defRPr sz="1350"/>
            </a:lvl5pPr>
            <a:lvl6pPr lvl="5" algn="l">
              <a:spcBef>
                <a:spcPts val="0"/>
              </a:spcBef>
              <a:spcAft>
                <a:spcPts val="0"/>
              </a:spcAft>
              <a:buSzPts val="1050"/>
              <a:buNone/>
              <a:defRPr sz="1350"/>
            </a:lvl6pPr>
            <a:lvl7pPr lvl="6" algn="l">
              <a:spcBef>
                <a:spcPts val="0"/>
              </a:spcBef>
              <a:spcAft>
                <a:spcPts val="0"/>
              </a:spcAft>
              <a:buSzPts val="1050"/>
              <a:buNone/>
              <a:defRPr sz="1350"/>
            </a:lvl7pPr>
            <a:lvl8pPr lvl="7" algn="l">
              <a:spcBef>
                <a:spcPts val="0"/>
              </a:spcBef>
              <a:spcAft>
                <a:spcPts val="0"/>
              </a:spcAft>
              <a:buSzPts val="1050"/>
              <a:buNone/>
              <a:defRPr sz="1350"/>
            </a:lvl8pPr>
            <a:lvl9pPr lvl="8" algn="l">
              <a:spcBef>
                <a:spcPts val="0"/>
              </a:spcBef>
              <a:spcAft>
                <a:spcPts val="0"/>
              </a:spcAft>
              <a:buSzPts val="1050"/>
              <a:buNone/>
              <a:defRPr sz="1350"/>
            </a:lvl9pPr>
          </a:lstStyle>
          <a:p/>
        </p:txBody>
      </p:sp>
      <p:sp>
        <p:nvSpPr>
          <p:cNvPr id="138" name="Google Shape;138;p18"/>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675"/>
            </a:lvl1pPr>
            <a:lvl2pPr indent="0" lvl="1" marL="0" algn="r">
              <a:spcBef>
                <a:spcPts val="0"/>
              </a:spcBef>
              <a:buNone/>
              <a:defRPr sz="675"/>
            </a:lvl2pPr>
            <a:lvl3pPr indent="0" lvl="2" marL="0" algn="r">
              <a:spcBef>
                <a:spcPts val="0"/>
              </a:spcBef>
              <a:buNone/>
              <a:defRPr sz="675"/>
            </a:lvl3pPr>
            <a:lvl4pPr indent="0" lvl="3" marL="0" algn="r">
              <a:spcBef>
                <a:spcPts val="0"/>
              </a:spcBef>
              <a:buNone/>
              <a:defRPr sz="675"/>
            </a:lvl4pPr>
            <a:lvl5pPr indent="0" lvl="4" marL="0" algn="r">
              <a:spcBef>
                <a:spcPts val="0"/>
              </a:spcBef>
              <a:buNone/>
              <a:defRPr sz="675"/>
            </a:lvl5pPr>
            <a:lvl6pPr indent="0" lvl="5" marL="0" algn="r">
              <a:spcBef>
                <a:spcPts val="0"/>
              </a:spcBef>
              <a:buNone/>
              <a:defRPr sz="675"/>
            </a:lvl6pPr>
            <a:lvl7pPr indent="0" lvl="6" marL="0" algn="r">
              <a:spcBef>
                <a:spcPts val="0"/>
              </a:spcBef>
              <a:buNone/>
              <a:defRPr sz="675"/>
            </a:lvl7pPr>
            <a:lvl8pPr indent="0" lvl="7" marL="0" algn="r">
              <a:spcBef>
                <a:spcPts val="0"/>
              </a:spcBef>
              <a:buNone/>
              <a:defRPr sz="675"/>
            </a:lvl8pPr>
            <a:lvl9pPr indent="0" lvl="8" marL="0" algn="r">
              <a:spcBef>
                <a:spcPts val="0"/>
              </a:spcBef>
              <a:buNone/>
              <a:defRPr sz="675"/>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DEDED"/>
            </a:gs>
          </a:gsLst>
          <a:path path="circle">
            <a:fillToRect b="100%" l="0%" r="100%" t="0%"/>
          </a:path>
          <a:tileRect b="0%" l="-100%" r="0%" t="-100%"/>
        </a:gradFill>
      </p:bgPr>
    </p:bg>
    <p:spTree>
      <p:nvGrpSpPr>
        <p:cNvPr id="5" name="Shape 5"/>
        <p:cNvGrpSpPr/>
        <p:nvPr/>
      </p:nvGrpSpPr>
      <p:grpSpPr>
        <a:xfrm>
          <a:off x="0" y="0"/>
          <a:ext cx="0" cy="0"/>
          <a:chOff x="0" y="0"/>
          <a:chExt cx="0" cy="0"/>
        </a:xfrm>
      </p:grpSpPr>
      <p:grpSp>
        <p:nvGrpSpPr>
          <p:cNvPr id="6" name="Google Shape;6;p2"/>
          <p:cNvGrpSpPr/>
          <p:nvPr/>
        </p:nvGrpSpPr>
        <p:grpSpPr>
          <a:xfrm>
            <a:off x="0" y="-6350"/>
            <a:ext cx="9144100" cy="5149935"/>
            <a:chOff x="0" y="-8467"/>
            <a:chExt cx="12192133" cy="6866580"/>
          </a:xfrm>
        </p:grpSpPr>
        <p:cxnSp>
          <p:nvCxnSpPr>
            <p:cNvPr id="7" name="Google Shape;7;p2"/>
            <p:cNvCxnSpPr/>
            <p:nvPr/>
          </p:nvCxnSpPr>
          <p:spPr>
            <a:xfrm>
              <a:off x="9371012" y="0"/>
              <a:ext cx="1219200" cy="6858000"/>
            </a:xfrm>
            <a:prstGeom prst="straightConnector1">
              <a:avLst/>
            </a:prstGeom>
            <a:noFill/>
            <a:ln cap="flat" cmpd="sng" w="7150">
              <a:solidFill>
                <a:srgbClr val="BFBFBF"/>
              </a:solidFill>
              <a:prstDash val="solid"/>
              <a:round/>
              <a:headEnd len="sm" w="sm" type="none"/>
              <a:tailEnd len="sm" w="sm" type="none"/>
            </a:ln>
          </p:spPr>
        </p:cxnSp>
        <p:cxnSp>
          <p:nvCxnSpPr>
            <p:cNvPr id="8" name="Google Shape;8;p2"/>
            <p:cNvCxnSpPr/>
            <p:nvPr/>
          </p:nvCxnSpPr>
          <p:spPr>
            <a:xfrm flipH="1">
              <a:off x="7425125" y="3681413"/>
              <a:ext cx="4763700" cy="3176700"/>
            </a:xfrm>
            <a:prstGeom prst="straightConnector1">
              <a:avLst/>
            </a:prstGeom>
            <a:noFill/>
            <a:ln cap="flat" cmpd="sng" w="7150">
              <a:solidFill>
                <a:srgbClr val="D8D8D8"/>
              </a:solidFill>
              <a:prstDash val="solid"/>
              <a:round/>
              <a:headEnd len="sm" w="sm" type="none"/>
              <a:tailEnd len="sm" w="sm" type="none"/>
            </a:ln>
          </p:spPr>
        </p:cxnSp>
        <p:sp>
          <p:nvSpPr>
            <p:cNvPr id="9" name="Google Shape;9;p2"/>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0"/>
              </a:schemeClr>
            </a:solidFill>
            <a:ln>
              <a:noFill/>
            </a:ln>
          </p:spPr>
        </p:sp>
        <p:sp>
          <p:nvSpPr>
            <p:cNvPr id="10" name="Google Shape;10;p2"/>
            <p:cNvSpPr/>
            <p:nvPr/>
          </p:nvSpPr>
          <p:spPr>
            <a:xfrm>
              <a:off x="9603442" y="-8467"/>
              <a:ext cx="258617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2"/>
            <p:cNvSpPr/>
            <p:nvPr/>
          </p:nvSpPr>
          <p:spPr>
            <a:xfrm>
              <a:off x="8932333" y="3048000"/>
              <a:ext cx="3259800" cy="3810000"/>
            </a:xfrm>
            <a:prstGeom prst="triangle">
              <a:avLst>
                <a:gd fmla="val 100000" name="adj"/>
              </a:avLst>
            </a:prstGeom>
            <a:solidFill>
              <a:schemeClr val="accent2">
                <a:alpha val="71760"/>
              </a:scheme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 name="Google Shape;12;p2"/>
            <p:cNvSpPr/>
            <p:nvPr/>
          </p:nvSpPr>
          <p:spPr>
            <a:xfrm>
              <a:off x="9334500" y="-8467"/>
              <a:ext cx="2850868"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477B2">
                <a:alpha val="69800"/>
              </a:srgbClr>
            </a:solidFill>
            <a:ln>
              <a:noFill/>
            </a:ln>
          </p:spPr>
        </p:sp>
        <p:sp>
          <p:nvSpPr>
            <p:cNvPr id="13" name="Google Shape;13;p2"/>
            <p:cNvSpPr/>
            <p:nvPr/>
          </p:nvSpPr>
          <p:spPr>
            <a:xfrm>
              <a:off x="10898730" y="-8467"/>
              <a:ext cx="1290094" cy="6858000"/>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8FA1CF">
                <a:alpha val="69800"/>
              </a:srgbClr>
            </a:solidFill>
            <a:ln>
              <a:noFill/>
            </a:ln>
          </p:spPr>
        </p:sp>
        <p:sp>
          <p:nvSpPr>
            <p:cNvPr id="14" name="Google Shape;14;p2"/>
            <p:cNvSpPr/>
            <p:nvPr/>
          </p:nvSpPr>
          <p:spPr>
            <a:xfrm>
              <a:off x="10938999" y="-8467"/>
              <a:ext cx="1249825" cy="6858000"/>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9"/>
              </a:schemeClr>
            </a:solidFill>
            <a:ln>
              <a:noFill/>
            </a:ln>
          </p:spPr>
        </p:sp>
        <p:sp>
          <p:nvSpPr>
            <p:cNvPr id="15" name="Google Shape;15;p2"/>
            <p:cNvSpPr/>
            <p:nvPr/>
          </p:nvSpPr>
          <p:spPr>
            <a:xfrm>
              <a:off x="10371666" y="3589867"/>
              <a:ext cx="1817100" cy="3268200"/>
            </a:xfrm>
            <a:prstGeom prst="triangle">
              <a:avLst>
                <a:gd fmla="val 100000" name="adj"/>
              </a:avLst>
            </a:prstGeom>
            <a:solidFill>
              <a:schemeClr val="accent1">
                <a:alpha val="80000"/>
              </a:scheme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 name="Google Shape;16;p2"/>
            <p:cNvSpPr/>
            <p:nvPr/>
          </p:nvSpPr>
          <p:spPr>
            <a:xfrm>
              <a:off x="0" y="4013200"/>
              <a:ext cx="448800" cy="2844900"/>
            </a:xfrm>
            <a:prstGeom prst="triangle">
              <a:avLst>
                <a:gd fmla="val 0" name="adj"/>
              </a:avLst>
            </a:prstGeom>
            <a:solidFill>
              <a:schemeClr val="accent1">
                <a:alpha val="84710"/>
              </a:scheme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
        <p:nvSpPr>
          <p:cNvPr id="17" name="Google Shape;17;p2"/>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marR="0" algn="l">
              <a:spcBef>
                <a:spcPts val="0"/>
              </a:spcBef>
              <a:spcAft>
                <a:spcPts val="0"/>
              </a:spcAft>
              <a:buClr>
                <a:schemeClr val="accent1"/>
              </a:buClr>
              <a:buSzPts val="2700"/>
              <a:buFont typeface="Quattrocento Sans"/>
              <a:buNone/>
              <a:defRPr b="0" i="0" sz="2700" u="none" cap="none" strike="noStrike">
                <a:solidFill>
                  <a:schemeClr val="accent1"/>
                </a:solidFill>
                <a:latin typeface="Quattrocento Sans"/>
                <a:ea typeface="Quattrocento Sans"/>
                <a:cs typeface="Quattrocento Sans"/>
                <a:sym typeface="Quattrocento Sans"/>
              </a:defRPr>
            </a:lvl1pPr>
            <a:lvl2pPr lvl="1" marR="0" algn="l">
              <a:spcBef>
                <a:spcPts val="0"/>
              </a:spcBef>
              <a:spcAft>
                <a:spcPts val="0"/>
              </a:spcAft>
              <a:buSzPts val="1050"/>
              <a:buNone/>
              <a:defRPr b="0" i="0" sz="1350" u="none" cap="none" strike="noStrike">
                <a:solidFill>
                  <a:schemeClr val="dk2"/>
                </a:solidFill>
              </a:defRPr>
            </a:lvl2pPr>
            <a:lvl3pPr lvl="2" marR="0" algn="l">
              <a:spcBef>
                <a:spcPts val="0"/>
              </a:spcBef>
              <a:spcAft>
                <a:spcPts val="0"/>
              </a:spcAft>
              <a:buSzPts val="1050"/>
              <a:buNone/>
              <a:defRPr b="0" i="0" sz="1350" u="none" cap="none" strike="noStrike">
                <a:solidFill>
                  <a:schemeClr val="dk2"/>
                </a:solidFill>
              </a:defRPr>
            </a:lvl3pPr>
            <a:lvl4pPr lvl="3" marR="0" algn="l">
              <a:spcBef>
                <a:spcPts val="0"/>
              </a:spcBef>
              <a:spcAft>
                <a:spcPts val="0"/>
              </a:spcAft>
              <a:buSzPts val="1050"/>
              <a:buNone/>
              <a:defRPr b="0" i="0" sz="1350" u="none" cap="none" strike="noStrike">
                <a:solidFill>
                  <a:schemeClr val="dk2"/>
                </a:solidFill>
              </a:defRPr>
            </a:lvl4pPr>
            <a:lvl5pPr lvl="4" marR="0" algn="l">
              <a:spcBef>
                <a:spcPts val="0"/>
              </a:spcBef>
              <a:spcAft>
                <a:spcPts val="0"/>
              </a:spcAft>
              <a:buSzPts val="1050"/>
              <a:buNone/>
              <a:defRPr b="0" i="0" sz="1350" u="none" cap="none" strike="noStrike">
                <a:solidFill>
                  <a:schemeClr val="dk2"/>
                </a:solidFill>
              </a:defRPr>
            </a:lvl5pPr>
            <a:lvl6pPr lvl="5" marR="0" algn="l">
              <a:spcBef>
                <a:spcPts val="0"/>
              </a:spcBef>
              <a:spcAft>
                <a:spcPts val="0"/>
              </a:spcAft>
              <a:buSzPts val="1050"/>
              <a:buNone/>
              <a:defRPr b="0" i="0" sz="1350" u="none" cap="none" strike="noStrike">
                <a:solidFill>
                  <a:schemeClr val="dk2"/>
                </a:solidFill>
              </a:defRPr>
            </a:lvl6pPr>
            <a:lvl7pPr lvl="6" marR="0" algn="l">
              <a:spcBef>
                <a:spcPts val="0"/>
              </a:spcBef>
              <a:spcAft>
                <a:spcPts val="0"/>
              </a:spcAft>
              <a:buSzPts val="1050"/>
              <a:buNone/>
              <a:defRPr b="0" i="0" sz="1350" u="none" cap="none" strike="noStrike">
                <a:solidFill>
                  <a:schemeClr val="dk2"/>
                </a:solidFill>
              </a:defRPr>
            </a:lvl7pPr>
            <a:lvl8pPr lvl="7" marR="0" algn="l">
              <a:spcBef>
                <a:spcPts val="0"/>
              </a:spcBef>
              <a:spcAft>
                <a:spcPts val="0"/>
              </a:spcAft>
              <a:buSzPts val="1050"/>
              <a:buNone/>
              <a:defRPr b="0" i="0" sz="1350" u="none" cap="none" strike="noStrike">
                <a:solidFill>
                  <a:schemeClr val="dk2"/>
                </a:solidFill>
              </a:defRPr>
            </a:lvl8pPr>
            <a:lvl9pPr lvl="8" marR="0" algn="l">
              <a:spcBef>
                <a:spcPts val="0"/>
              </a:spcBef>
              <a:spcAft>
                <a:spcPts val="0"/>
              </a:spcAft>
              <a:buSzPts val="1050"/>
              <a:buNone/>
              <a:defRPr b="0" i="0" sz="1350" u="none" cap="none" strike="noStrike">
                <a:solidFill>
                  <a:schemeClr val="dk2"/>
                </a:solidFill>
              </a:defRPr>
            </a:lvl9pPr>
          </a:lstStyle>
          <a:p/>
        </p:txBody>
      </p:sp>
      <p:sp>
        <p:nvSpPr>
          <p:cNvPr id="18" name="Google Shape;18;p2"/>
          <p:cNvSpPr txBox="1"/>
          <p:nvPr>
            <p:ph idx="1" type="body"/>
          </p:nvPr>
        </p:nvSpPr>
        <p:spPr>
          <a:xfrm>
            <a:off x="508000" y="1620442"/>
            <a:ext cx="6447600" cy="2910600"/>
          </a:xfrm>
          <a:prstGeom prst="rect">
            <a:avLst/>
          </a:prstGeom>
          <a:noFill/>
          <a:ln>
            <a:noFill/>
          </a:ln>
        </p:spPr>
        <p:txBody>
          <a:bodyPr anchorCtr="0" anchor="t" bIns="34275" lIns="68575" spcFirstLastPara="1" rIns="68575" wrap="square" tIns="34275">
            <a:normAutofit/>
          </a:bodyPr>
          <a:lstStyle>
            <a:lvl1pPr indent="-297180" lvl="0" marL="457200" marR="0" algn="l">
              <a:spcBef>
                <a:spcPts val="750"/>
              </a:spcBef>
              <a:spcAft>
                <a:spcPts val="0"/>
              </a:spcAft>
              <a:buClr>
                <a:schemeClr val="accent1"/>
              </a:buClr>
              <a:buSzPts val="1080"/>
              <a:buFont typeface="Noto Sans Symbols"/>
              <a:buChar char="►"/>
              <a:defRPr b="0" i="0" sz="1350" u="none" cap="none" strike="noStrike">
                <a:solidFill>
                  <a:srgbClr val="3F3F3F"/>
                </a:solidFill>
                <a:latin typeface="Arial"/>
                <a:ea typeface="Arial"/>
                <a:cs typeface="Arial"/>
                <a:sym typeface="Arial"/>
              </a:defRPr>
            </a:lvl1pPr>
            <a:lvl2pPr indent="-289560" lvl="1" marL="914400" marR="0" algn="l">
              <a:spcBef>
                <a:spcPts val="750"/>
              </a:spcBef>
              <a:spcAft>
                <a:spcPts val="0"/>
              </a:spcAft>
              <a:buClr>
                <a:schemeClr val="accent1"/>
              </a:buClr>
              <a:buSzPts val="960"/>
              <a:buFont typeface="Noto Sans Symbols"/>
              <a:buChar char="►"/>
              <a:defRPr b="0" i="0" sz="1200" u="none" cap="none" strike="noStrike">
                <a:solidFill>
                  <a:srgbClr val="3F3F3F"/>
                </a:solidFill>
                <a:latin typeface="Arial"/>
                <a:ea typeface="Arial"/>
                <a:cs typeface="Arial"/>
                <a:sym typeface="Arial"/>
              </a:defRPr>
            </a:lvl2pPr>
            <a:lvl3pPr indent="-281939" lvl="2" marL="1371600" marR="0" algn="l">
              <a:spcBef>
                <a:spcPts val="750"/>
              </a:spcBef>
              <a:spcAft>
                <a:spcPts val="0"/>
              </a:spcAft>
              <a:buClr>
                <a:schemeClr val="accent1"/>
              </a:buClr>
              <a:buSzPts val="840"/>
              <a:buFont typeface="Noto Sans Symbols"/>
              <a:buChar char="►"/>
              <a:defRPr b="0" i="0" sz="1050" u="none" cap="none" strike="noStrike">
                <a:solidFill>
                  <a:srgbClr val="3F3F3F"/>
                </a:solidFill>
                <a:latin typeface="Arial"/>
                <a:ea typeface="Arial"/>
                <a:cs typeface="Arial"/>
                <a:sym typeface="Arial"/>
              </a:defRPr>
            </a:lvl3pPr>
            <a:lvl4pPr indent="-274319" lvl="3" marL="1828800" marR="0" algn="l">
              <a:spcBef>
                <a:spcPts val="750"/>
              </a:spcBef>
              <a:spcAft>
                <a:spcPts val="0"/>
              </a:spcAft>
              <a:buClr>
                <a:schemeClr val="accent1"/>
              </a:buClr>
              <a:buSzPts val="720"/>
              <a:buFont typeface="Noto Sans Symbols"/>
              <a:buChar char="►"/>
              <a:defRPr b="0" i="0" sz="900" u="none" cap="none" strike="noStrike">
                <a:solidFill>
                  <a:srgbClr val="3F3F3F"/>
                </a:solidFill>
                <a:latin typeface="Arial"/>
                <a:ea typeface="Arial"/>
                <a:cs typeface="Arial"/>
                <a:sym typeface="Arial"/>
              </a:defRPr>
            </a:lvl4pPr>
            <a:lvl5pPr indent="-274320" lvl="4" marL="2286000" marR="0" algn="l">
              <a:spcBef>
                <a:spcPts val="750"/>
              </a:spcBef>
              <a:spcAft>
                <a:spcPts val="0"/>
              </a:spcAft>
              <a:buClr>
                <a:schemeClr val="accent1"/>
              </a:buClr>
              <a:buSzPts val="720"/>
              <a:buFont typeface="Noto Sans Symbols"/>
              <a:buChar char="►"/>
              <a:defRPr b="0" i="0" sz="900" u="none" cap="none" strike="noStrike">
                <a:solidFill>
                  <a:srgbClr val="3F3F3F"/>
                </a:solidFill>
                <a:latin typeface="Arial"/>
                <a:ea typeface="Arial"/>
                <a:cs typeface="Arial"/>
                <a:sym typeface="Arial"/>
              </a:defRPr>
            </a:lvl5pPr>
            <a:lvl6pPr indent="-274320" lvl="5" marL="2743200" marR="0" algn="l">
              <a:spcBef>
                <a:spcPts val="750"/>
              </a:spcBef>
              <a:spcAft>
                <a:spcPts val="0"/>
              </a:spcAft>
              <a:buClr>
                <a:schemeClr val="accent1"/>
              </a:buClr>
              <a:buSzPts val="720"/>
              <a:buFont typeface="Noto Sans Symbols"/>
              <a:buChar char="►"/>
              <a:defRPr b="0" i="0" sz="900" u="none" cap="none" strike="noStrike">
                <a:solidFill>
                  <a:srgbClr val="3F3F3F"/>
                </a:solidFill>
                <a:latin typeface="Arial"/>
                <a:ea typeface="Arial"/>
                <a:cs typeface="Arial"/>
                <a:sym typeface="Arial"/>
              </a:defRPr>
            </a:lvl6pPr>
            <a:lvl7pPr indent="-274320" lvl="6" marL="3200400" marR="0" algn="l">
              <a:spcBef>
                <a:spcPts val="750"/>
              </a:spcBef>
              <a:spcAft>
                <a:spcPts val="0"/>
              </a:spcAft>
              <a:buClr>
                <a:schemeClr val="accent1"/>
              </a:buClr>
              <a:buSzPts val="720"/>
              <a:buFont typeface="Noto Sans Symbols"/>
              <a:buChar char="►"/>
              <a:defRPr b="0" i="0" sz="900" u="none" cap="none" strike="noStrike">
                <a:solidFill>
                  <a:srgbClr val="3F3F3F"/>
                </a:solidFill>
                <a:latin typeface="Arial"/>
                <a:ea typeface="Arial"/>
                <a:cs typeface="Arial"/>
                <a:sym typeface="Arial"/>
              </a:defRPr>
            </a:lvl7pPr>
            <a:lvl8pPr indent="-274320" lvl="7" marL="3657600" marR="0" algn="l">
              <a:spcBef>
                <a:spcPts val="750"/>
              </a:spcBef>
              <a:spcAft>
                <a:spcPts val="0"/>
              </a:spcAft>
              <a:buClr>
                <a:schemeClr val="accent1"/>
              </a:buClr>
              <a:buSzPts val="720"/>
              <a:buFont typeface="Noto Sans Symbols"/>
              <a:buChar char="►"/>
              <a:defRPr b="0" i="0" sz="900" u="none" cap="none" strike="noStrike">
                <a:solidFill>
                  <a:srgbClr val="3F3F3F"/>
                </a:solidFill>
                <a:latin typeface="Arial"/>
                <a:ea typeface="Arial"/>
                <a:cs typeface="Arial"/>
                <a:sym typeface="Arial"/>
              </a:defRPr>
            </a:lvl8pPr>
            <a:lvl9pPr indent="-274320" lvl="8" marL="4114800" marR="0" algn="l">
              <a:spcBef>
                <a:spcPts val="750"/>
              </a:spcBef>
              <a:spcAft>
                <a:spcPts val="0"/>
              </a:spcAft>
              <a:buClr>
                <a:schemeClr val="accent1"/>
              </a:buClr>
              <a:buSzPts val="720"/>
              <a:buFont typeface="Noto Sans Symbols"/>
              <a:buChar char="►"/>
              <a:defRPr b="0" i="0" sz="900" u="none" cap="none" strike="noStrike">
                <a:solidFill>
                  <a:srgbClr val="3F3F3F"/>
                </a:solidFill>
                <a:latin typeface="Arial"/>
                <a:ea typeface="Arial"/>
                <a:cs typeface="Arial"/>
                <a:sym typeface="Arial"/>
              </a:defRPr>
            </a:lvl9pPr>
          </a:lstStyle>
          <a:p/>
        </p:txBody>
      </p:sp>
      <p:sp>
        <p:nvSpPr>
          <p:cNvPr id="19" name="Google Shape;19;p2"/>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marR="0" algn="r">
              <a:spcBef>
                <a:spcPts val="0"/>
              </a:spcBef>
              <a:spcAft>
                <a:spcPts val="0"/>
              </a:spcAft>
              <a:buSzPts val="1050"/>
              <a:buNone/>
              <a:defRPr b="0" i="0" sz="675" u="none" cap="none" strike="noStrike">
                <a:solidFill>
                  <a:srgbClr val="888888"/>
                </a:solidFill>
                <a:latin typeface="Arial"/>
                <a:ea typeface="Arial"/>
                <a:cs typeface="Arial"/>
                <a:sym typeface="Arial"/>
              </a:defRPr>
            </a:lvl1pPr>
            <a:lvl2pPr lvl="1" marR="0" algn="l">
              <a:spcBef>
                <a:spcPts val="0"/>
              </a:spcBef>
              <a:spcAft>
                <a:spcPts val="0"/>
              </a:spcAft>
              <a:buSzPts val="1050"/>
              <a:buNone/>
              <a:defRPr b="0" i="0" sz="1350" u="none" cap="none" strike="noStrike">
                <a:solidFill>
                  <a:schemeClr val="dk1"/>
                </a:solidFill>
                <a:latin typeface="Arial"/>
                <a:ea typeface="Arial"/>
                <a:cs typeface="Arial"/>
                <a:sym typeface="Arial"/>
              </a:defRPr>
            </a:lvl2pPr>
            <a:lvl3pPr lvl="2" marR="0" algn="l">
              <a:spcBef>
                <a:spcPts val="0"/>
              </a:spcBef>
              <a:spcAft>
                <a:spcPts val="0"/>
              </a:spcAft>
              <a:buSzPts val="1050"/>
              <a:buNone/>
              <a:defRPr b="0" i="0" sz="1350" u="none" cap="none" strike="noStrike">
                <a:solidFill>
                  <a:schemeClr val="dk1"/>
                </a:solidFill>
                <a:latin typeface="Arial"/>
                <a:ea typeface="Arial"/>
                <a:cs typeface="Arial"/>
                <a:sym typeface="Arial"/>
              </a:defRPr>
            </a:lvl3pPr>
            <a:lvl4pPr lvl="3" marR="0" algn="l">
              <a:spcBef>
                <a:spcPts val="0"/>
              </a:spcBef>
              <a:spcAft>
                <a:spcPts val="0"/>
              </a:spcAft>
              <a:buSzPts val="1050"/>
              <a:buNone/>
              <a:defRPr b="0" i="0" sz="1350" u="none" cap="none" strike="noStrike">
                <a:solidFill>
                  <a:schemeClr val="dk1"/>
                </a:solidFill>
                <a:latin typeface="Arial"/>
                <a:ea typeface="Arial"/>
                <a:cs typeface="Arial"/>
                <a:sym typeface="Arial"/>
              </a:defRPr>
            </a:lvl4pPr>
            <a:lvl5pPr lvl="4" marR="0" algn="l">
              <a:spcBef>
                <a:spcPts val="0"/>
              </a:spcBef>
              <a:spcAft>
                <a:spcPts val="0"/>
              </a:spcAft>
              <a:buSzPts val="1050"/>
              <a:buNone/>
              <a:defRPr b="0" i="0" sz="1350" u="none" cap="none" strike="noStrike">
                <a:solidFill>
                  <a:schemeClr val="dk1"/>
                </a:solidFill>
                <a:latin typeface="Arial"/>
                <a:ea typeface="Arial"/>
                <a:cs typeface="Arial"/>
                <a:sym typeface="Arial"/>
              </a:defRPr>
            </a:lvl5pPr>
            <a:lvl6pPr lvl="5" marR="0" algn="l">
              <a:spcBef>
                <a:spcPts val="0"/>
              </a:spcBef>
              <a:spcAft>
                <a:spcPts val="0"/>
              </a:spcAft>
              <a:buSzPts val="1050"/>
              <a:buNone/>
              <a:defRPr b="0" i="0" sz="1350" u="none" cap="none" strike="noStrike">
                <a:solidFill>
                  <a:schemeClr val="dk1"/>
                </a:solidFill>
                <a:latin typeface="Arial"/>
                <a:ea typeface="Arial"/>
                <a:cs typeface="Arial"/>
                <a:sym typeface="Arial"/>
              </a:defRPr>
            </a:lvl6pPr>
            <a:lvl7pPr lvl="6" marR="0" algn="l">
              <a:spcBef>
                <a:spcPts val="0"/>
              </a:spcBef>
              <a:spcAft>
                <a:spcPts val="0"/>
              </a:spcAft>
              <a:buSzPts val="1050"/>
              <a:buNone/>
              <a:defRPr b="0" i="0" sz="1350" u="none" cap="none" strike="noStrike">
                <a:solidFill>
                  <a:schemeClr val="dk1"/>
                </a:solidFill>
                <a:latin typeface="Arial"/>
                <a:ea typeface="Arial"/>
                <a:cs typeface="Arial"/>
                <a:sym typeface="Arial"/>
              </a:defRPr>
            </a:lvl7pPr>
            <a:lvl8pPr lvl="7" marR="0" algn="l">
              <a:spcBef>
                <a:spcPts val="0"/>
              </a:spcBef>
              <a:spcAft>
                <a:spcPts val="0"/>
              </a:spcAft>
              <a:buSzPts val="1050"/>
              <a:buNone/>
              <a:defRPr b="0" i="0" sz="1350" u="none" cap="none" strike="noStrike">
                <a:solidFill>
                  <a:schemeClr val="dk1"/>
                </a:solidFill>
                <a:latin typeface="Arial"/>
                <a:ea typeface="Arial"/>
                <a:cs typeface="Arial"/>
                <a:sym typeface="Arial"/>
              </a:defRPr>
            </a:lvl8pPr>
            <a:lvl9pPr lvl="8" marR="0" algn="l">
              <a:spcBef>
                <a:spcPts val="0"/>
              </a:spcBef>
              <a:spcAft>
                <a:spcPts val="0"/>
              </a:spcAft>
              <a:buSzPts val="1050"/>
              <a:buNone/>
              <a:defRPr b="0" i="0" sz="1350" u="none" cap="none" strike="noStrike">
                <a:solidFill>
                  <a:schemeClr val="dk1"/>
                </a:solidFill>
                <a:latin typeface="Arial"/>
                <a:ea typeface="Arial"/>
                <a:cs typeface="Arial"/>
                <a:sym typeface="Arial"/>
              </a:defRPr>
            </a:lvl9pPr>
          </a:lstStyle>
          <a:p/>
        </p:txBody>
      </p:sp>
      <p:sp>
        <p:nvSpPr>
          <p:cNvPr id="20" name="Google Shape;20;p2"/>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050"/>
              <a:buNone/>
              <a:defRPr b="0" i="0" sz="675" u="none" cap="none" strike="noStrike">
                <a:solidFill>
                  <a:srgbClr val="888888"/>
                </a:solidFill>
                <a:latin typeface="Arial"/>
                <a:ea typeface="Arial"/>
                <a:cs typeface="Arial"/>
                <a:sym typeface="Arial"/>
              </a:defRPr>
            </a:lvl1pPr>
            <a:lvl2pPr lvl="1" marR="0" algn="l">
              <a:spcBef>
                <a:spcPts val="0"/>
              </a:spcBef>
              <a:spcAft>
                <a:spcPts val="0"/>
              </a:spcAft>
              <a:buSzPts val="1050"/>
              <a:buNone/>
              <a:defRPr b="0" i="0" sz="1350" u="none" cap="none" strike="noStrike">
                <a:solidFill>
                  <a:schemeClr val="dk1"/>
                </a:solidFill>
                <a:latin typeface="Arial"/>
                <a:ea typeface="Arial"/>
                <a:cs typeface="Arial"/>
                <a:sym typeface="Arial"/>
              </a:defRPr>
            </a:lvl2pPr>
            <a:lvl3pPr lvl="2" marR="0" algn="l">
              <a:spcBef>
                <a:spcPts val="0"/>
              </a:spcBef>
              <a:spcAft>
                <a:spcPts val="0"/>
              </a:spcAft>
              <a:buSzPts val="1050"/>
              <a:buNone/>
              <a:defRPr b="0" i="0" sz="1350" u="none" cap="none" strike="noStrike">
                <a:solidFill>
                  <a:schemeClr val="dk1"/>
                </a:solidFill>
                <a:latin typeface="Arial"/>
                <a:ea typeface="Arial"/>
                <a:cs typeface="Arial"/>
                <a:sym typeface="Arial"/>
              </a:defRPr>
            </a:lvl3pPr>
            <a:lvl4pPr lvl="3" marR="0" algn="l">
              <a:spcBef>
                <a:spcPts val="0"/>
              </a:spcBef>
              <a:spcAft>
                <a:spcPts val="0"/>
              </a:spcAft>
              <a:buSzPts val="1050"/>
              <a:buNone/>
              <a:defRPr b="0" i="0" sz="1350" u="none" cap="none" strike="noStrike">
                <a:solidFill>
                  <a:schemeClr val="dk1"/>
                </a:solidFill>
                <a:latin typeface="Arial"/>
                <a:ea typeface="Arial"/>
                <a:cs typeface="Arial"/>
                <a:sym typeface="Arial"/>
              </a:defRPr>
            </a:lvl4pPr>
            <a:lvl5pPr lvl="4" marR="0" algn="l">
              <a:spcBef>
                <a:spcPts val="0"/>
              </a:spcBef>
              <a:spcAft>
                <a:spcPts val="0"/>
              </a:spcAft>
              <a:buSzPts val="1050"/>
              <a:buNone/>
              <a:defRPr b="0" i="0" sz="1350" u="none" cap="none" strike="noStrike">
                <a:solidFill>
                  <a:schemeClr val="dk1"/>
                </a:solidFill>
                <a:latin typeface="Arial"/>
                <a:ea typeface="Arial"/>
                <a:cs typeface="Arial"/>
                <a:sym typeface="Arial"/>
              </a:defRPr>
            </a:lvl5pPr>
            <a:lvl6pPr lvl="5" marR="0" algn="l">
              <a:spcBef>
                <a:spcPts val="0"/>
              </a:spcBef>
              <a:spcAft>
                <a:spcPts val="0"/>
              </a:spcAft>
              <a:buSzPts val="1050"/>
              <a:buNone/>
              <a:defRPr b="0" i="0" sz="1350" u="none" cap="none" strike="noStrike">
                <a:solidFill>
                  <a:schemeClr val="dk1"/>
                </a:solidFill>
                <a:latin typeface="Arial"/>
                <a:ea typeface="Arial"/>
                <a:cs typeface="Arial"/>
                <a:sym typeface="Arial"/>
              </a:defRPr>
            </a:lvl6pPr>
            <a:lvl7pPr lvl="6" marR="0" algn="l">
              <a:spcBef>
                <a:spcPts val="0"/>
              </a:spcBef>
              <a:spcAft>
                <a:spcPts val="0"/>
              </a:spcAft>
              <a:buSzPts val="1050"/>
              <a:buNone/>
              <a:defRPr b="0" i="0" sz="1350" u="none" cap="none" strike="noStrike">
                <a:solidFill>
                  <a:schemeClr val="dk1"/>
                </a:solidFill>
                <a:latin typeface="Arial"/>
                <a:ea typeface="Arial"/>
                <a:cs typeface="Arial"/>
                <a:sym typeface="Arial"/>
              </a:defRPr>
            </a:lvl7pPr>
            <a:lvl8pPr lvl="7" marR="0" algn="l">
              <a:spcBef>
                <a:spcPts val="0"/>
              </a:spcBef>
              <a:spcAft>
                <a:spcPts val="0"/>
              </a:spcAft>
              <a:buSzPts val="1050"/>
              <a:buNone/>
              <a:defRPr b="0" i="0" sz="1350" u="none" cap="none" strike="noStrike">
                <a:solidFill>
                  <a:schemeClr val="dk1"/>
                </a:solidFill>
                <a:latin typeface="Arial"/>
                <a:ea typeface="Arial"/>
                <a:cs typeface="Arial"/>
                <a:sym typeface="Arial"/>
              </a:defRPr>
            </a:lvl8pPr>
            <a:lvl9pPr lvl="8" marR="0" algn="l">
              <a:spcBef>
                <a:spcPts val="0"/>
              </a:spcBef>
              <a:spcAft>
                <a:spcPts val="0"/>
              </a:spcAft>
              <a:buSzPts val="1050"/>
              <a:buNone/>
              <a:defRPr b="0" i="0" sz="1350" u="none" cap="none" strike="noStrike">
                <a:solidFill>
                  <a:schemeClr val="dk1"/>
                </a:solidFill>
                <a:latin typeface="Arial"/>
                <a:ea typeface="Arial"/>
                <a:cs typeface="Arial"/>
                <a:sym typeface="Arial"/>
              </a:defRPr>
            </a:lvl9pPr>
          </a:lstStyle>
          <a:p/>
        </p:txBody>
      </p:sp>
      <p:sp>
        <p:nvSpPr>
          <p:cNvPr id="21" name="Google Shape;21;p2"/>
          <p:cNvSpPr txBox="1"/>
          <p:nvPr>
            <p:ph idx="12" type="sldNum"/>
          </p:nvPr>
        </p:nvSpPr>
        <p:spPr>
          <a:xfrm>
            <a:off x="6442997" y="4531022"/>
            <a:ext cx="512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675" u="none" cap="none" strike="noStrike">
                <a:solidFill>
                  <a:schemeClr val="accent1"/>
                </a:solidFill>
                <a:latin typeface="Arial"/>
                <a:ea typeface="Arial"/>
                <a:cs typeface="Arial"/>
                <a:sym typeface="Arial"/>
              </a:defRPr>
            </a:lvl1pPr>
            <a:lvl2pPr indent="0" lvl="1" marL="0" marR="0" algn="r">
              <a:spcBef>
                <a:spcPts val="0"/>
              </a:spcBef>
              <a:buNone/>
              <a:defRPr b="0" i="0" sz="675" u="none" cap="none" strike="noStrike">
                <a:solidFill>
                  <a:schemeClr val="accent1"/>
                </a:solidFill>
                <a:latin typeface="Arial"/>
                <a:ea typeface="Arial"/>
                <a:cs typeface="Arial"/>
                <a:sym typeface="Arial"/>
              </a:defRPr>
            </a:lvl2pPr>
            <a:lvl3pPr indent="0" lvl="2" marL="0" marR="0" algn="r">
              <a:spcBef>
                <a:spcPts val="0"/>
              </a:spcBef>
              <a:buNone/>
              <a:defRPr b="0" i="0" sz="675" u="none" cap="none" strike="noStrike">
                <a:solidFill>
                  <a:schemeClr val="accent1"/>
                </a:solidFill>
                <a:latin typeface="Arial"/>
                <a:ea typeface="Arial"/>
                <a:cs typeface="Arial"/>
                <a:sym typeface="Arial"/>
              </a:defRPr>
            </a:lvl3pPr>
            <a:lvl4pPr indent="0" lvl="3" marL="0" marR="0" algn="r">
              <a:spcBef>
                <a:spcPts val="0"/>
              </a:spcBef>
              <a:buNone/>
              <a:defRPr b="0" i="0" sz="675" u="none" cap="none" strike="noStrike">
                <a:solidFill>
                  <a:schemeClr val="accent1"/>
                </a:solidFill>
                <a:latin typeface="Arial"/>
                <a:ea typeface="Arial"/>
                <a:cs typeface="Arial"/>
                <a:sym typeface="Arial"/>
              </a:defRPr>
            </a:lvl4pPr>
            <a:lvl5pPr indent="0" lvl="4" marL="0" marR="0" algn="r">
              <a:spcBef>
                <a:spcPts val="0"/>
              </a:spcBef>
              <a:buNone/>
              <a:defRPr b="0" i="0" sz="675" u="none" cap="none" strike="noStrike">
                <a:solidFill>
                  <a:schemeClr val="accent1"/>
                </a:solidFill>
                <a:latin typeface="Arial"/>
                <a:ea typeface="Arial"/>
                <a:cs typeface="Arial"/>
                <a:sym typeface="Arial"/>
              </a:defRPr>
            </a:lvl5pPr>
            <a:lvl6pPr indent="0" lvl="5" marL="0" marR="0" algn="r">
              <a:spcBef>
                <a:spcPts val="0"/>
              </a:spcBef>
              <a:buNone/>
              <a:defRPr b="0" i="0" sz="675" u="none" cap="none" strike="noStrike">
                <a:solidFill>
                  <a:schemeClr val="accent1"/>
                </a:solidFill>
                <a:latin typeface="Arial"/>
                <a:ea typeface="Arial"/>
                <a:cs typeface="Arial"/>
                <a:sym typeface="Arial"/>
              </a:defRPr>
            </a:lvl6pPr>
            <a:lvl7pPr indent="0" lvl="6" marL="0" marR="0" algn="r">
              <a:spcBef>
                <a:spcPts val="0"/>
              </a:spcBef>
              <a:buNone/>
              <a:defRPr b="0" i="0" sz="675" u="none" cap="none" strike="noStrike">
                <a:solidFill>
                  <a:schemeClr val="accent1"/>
                </a:solidFill>
                <a:latin typeface="Arial"/>
                <a:ea typeface="Arial"/>
                <a:cs typeface="Arial"/>
                <a:sym typeface="Arial"/>
              </a:defRPr>
            </a:lvl7pPr>
            <a:lvl8pPr indent="0" lvl="7" marL="0" marR="0" algn="r">
              <a:spcBef>
                <a:spcPts val="0"/>
              </a:spcBef>
              <a:buNone/>
              <a:defRPr b="0" i="0" sz="675" u="none" cap="none" strike="noStrike">
                <a:solidFill>
                  <a:schemeClr val="accent1"/>
                </a:solidFill>
                <a:latin typeface="Arial"/>
                <a:ea typeface="Arial"/>
                <a:cs typeface="Arial"/>
                <a:sym typeface="Arial"/>
              </a:defRPr>
            </a:lvl8pPr>
            <a:lvl9pPr indent="0" lvl="8" marL="0" marR="0" algn="r">
              <a:spcBef>
                <a:spcPts val="0"/>
              </a:spcBef>
              <a:buNone/>
              <a:defRPr b="0" i="0" sz="675"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1.png"/><Relationship Id="rId9"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4.jpg"/><Relationship Id="rId7" Type="http://schemas.openxmlformats.org/officeDocument/2006/relationships/image" Target="../media/image1.png"/><Relationship Id="rId8"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github.com/SharvaniKadarla/RippleWealth/wiki"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nvSpPr>
        <p:spPr>
          <a:xfrm>
            <a:off x="607350" y="769025"/>
            <a:ext cx="6565800" cy="895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IN" sz="2200">
                <a:solidFill>
                  <a:schemeClr val="accent1"/>
                </a:solidFill>
                <a:latin typeface="Merriweather"/>
                <a:ea typeface="Merriweather"/>
                <a:cs typeface="Merriweather"/>
                <a:sym typeface="Merriweather"/>
              </a:rPr>
              <a:t>RippleWealth</a:t>
            </a:r>
            <a:endParaRPr b="1" sz="2200">
              <a:solidFill>
                <a:schemeClr val="accent1"/>
              </a:solidFill>
              <a:latin typeface="Merriweather"/>
              <a:ea typeface="Merriweather"/>
              <a:cs typeface="Merriweather"/>
              <a:sym typeface="Merriweather"/>
            </a:endParaRPr>
          </a:p>
          <a:p>
            <a:pPr indent="0" lvl="0" marL="0" rtl="0" algn="ctr">
              <a:lnSpc>
                <a:spcPct val="115000"/>
              </a:lnSpc>
              <a:spcBef>
                <a:spcPts val="0"/>
              </a:spcBef>
              <a:spcAft>
                <a:spcPts val="0"/>
              </a:spcAft>
              <a:buClr>
                <a:schemeClr val="dk1"/>
              </a:buClr>
              <a:buSzPts val="1100"/>
              <a:buFont typeface="Arial"/>
              <a:buNone/>
            </a:pPr>
            <a:r>
              <a:rPr i="1" lang="en-IN" sz="2200">
                <a:solidFill>
                  <a:schemeClr val="accent1"/>
                </a:solidFill>
                <a:latin typeface="Merriweather"/>
                <a:ea typeface="Merriweather"/>
                <a:cs typeface="Merriweather"/>
                <a:sym typeface="Merriweather"/>
              </a:rPr>
              <a:t>AI-Driven Investment Risk Intelligence Platform</a:t>
            </a:r>
            <a:endParaRPr i="1" sz="2200">
              <a:solidFill>
                <a:schemeClr val="accent1"/>
              </a:solidFill>
              <a:latin typeface="Merriweather"/>
              <a:ea typeface="Merriweather"/>
              <a:cs typeface="Merriweather"/>
              <a:sym typeface="Merriweather"/>
            </a:endParaRPr>
          </a:p>
          <a:p>
            <a:pPr indent="0" lvl="0" marL="0" rtl="0" algn="ctr">
              <a:lnSpc>
                <a:spcPct val="115000"/>
              </a:lnSpc>
              <a:spcBef>
                <a:spcPts val="0"/>
              </a:spcBef>
              <a:spcAft>
                <a:spcPts val="0"/>
              </a:spcAft>
              <a:buNone/>
            </a:pPr>
            <a:r>
              <a:t/>
            </a:r>
            <a:endParaRPr b="1" sz="2200">
              <a:solidFill>
                <a:schemeClr val="accent1"/>
              </a:solidFill>
              <a:latin typeface="Merriweather"/>
              <a:ea typeface="Merriweather"/>
              <a:cs typeface="Merriweather"/>
              <a:sym typeface="Merriweather"/>
            </a:endParaRPr>
          </a:p>
        </p:txBody>
      </p:sp>
      <p:sp>
        <p:nvSpPr>
          <p:cNvPr id="144" name="Google Shape;144;p1"/>
          <p:cNvSpPr txBox="1"/>
          <p:nvPr/>
        </p:nvSpPr>
        <p:spPr>
          <a:xfrm>
            <a:off x="277350" y="2407875"/>
            <a:ext cx="4248600" cy="118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IN" sz="1600">
                <a:solidFill>
                  <a:schemeClr val="accent1"/>
                </a:solidFill>
              </a:rPr>
              <a:t>Sprint 0 Deliverable:</a:t>
            </a:r>
            <a:endParaRPr b="1" sz="1600">
              <a:solidFill>
                <a:schemeClr val="accent1"/>
              </a:solidFill>
            </a:endParaRPr>
          </a:p>
          <a:p>
            <a:pPr indent="0" lvl="0" marL="0" rtl="0" algn="l">
              <a:lnSpc>
                <a:spcPct val="115000"/>
              </a:lnSpc>
              <a:spcBef>
                <a:spcPts val="0"/>
              </a:spcBef>
              <a:spcAft>
                <a:spcPts val="0"/>
              </a:spcAft>
              <a:buNone/>
            </a:pPr>
            <a:r>
              <a:rPr lang="en-IN" sz="1600">
                <a:solidFill>
                  <a:schemeClr val="dk1"/>
                </a:solidFill>
              </a:rPr>
              <a:t>Computer Science Capstone Project CS 691</a:t>
            </a:r>
            <a:endParaRPr sz="1600">
              <a:solidFill>
                <a:schemeClr val="dk1"/>
              </a:solidFill>
            </a:endParaRPr>
          </a:p>
          <a:p>
            <a:pPr indent="0" lvl="0" marL="0" rtl="0" algn="l">
              <a:lnSpc>
                <a:spcPct val="115000"/>
              </a:lnSpc>
              <a:spcBef>
                <a:spcPts val="0"/>
              </a:spcBef>
              <a:spcAft>
                <a:spcPts val="0"/>
              </a:spcAft>
              <a:buNone/>
            </a:pPr>
            <a:r>
              <a:rPr lang="en-IN" sz="1600">
                <a:solidFill>
                  <a:schemeClr val="dk1"/>
                </a:solidFill>
              </a:rPr>
              <a:t>Prof. Kshitij Sharma</a:t>
            </a:r>
            <a:endParaRPr sz="1600">
              <a:solidFill>
                <a:schemeClr val="dk1"/>
              </a:solidFill>
            </a:endParaRPr>
          </a:p>
          <a:p>
            <a:pPr indent="0" lvl="0" marL="0" rtl="0" algn="l">
              <a:lnSpc>
                <a:spcPct val="115000"/>
              </a:lnSpc>
              <a:spcBef>
                <a:spcPts val="0"/>
              </a:spcBef>
              <a:spcAft>
                <a:spcPts val="0"/>
              </a:spcAft>
              <a:buNone/>
            </a:pPr>
            <a:r>
              <a:rPr lang="en-IN" sz="1600">
                <a:solidFill>
                  <a:schemeClr val="dk1"/>
                </a:solidFill>
              </a:rPr>
              <a:t>Spring 2026</a:t>
            </a:r>
            <a:endParaRPr sz="1600">
              <a:solidFill>
                <a:schemeClr val="dk1"/>
              </a:solidFill>
            </a:endParaRPr>
          </a:p>
          <a:p>
            <a:pPr indent="0" lvl="0" marL="0" rtl="0" algn="l">
              <a:lnSpc>
                <a:spcPct val="115000"/>
              </a:lnSpc>
              <a:spcBef>
                <a:spcPts val="0"/>
              </a:spcBef>
              <a:spcAft>
                <a:spcPts val="0"/>
              </a:spcAft>
              <a:buNone/>
            </a:pPr>
            <a:r>
              <a:t/>
            </a:r>
            <a:endParaRPr sz="1600">
              <a:solidFill>
                <a:schemeClr val="dk1"/>
              </a:solidFill>
            </a:endParaRPr>
          </a:p>
        </p:txBody>
      </p:sp>
      <p:sp>
        <p:nvSpPr>
          <p:cNvPr id="145" name="Google Shape;145;p1"/>
          <p:cNvSpPr txBox="1"/>
          <p:nvPr/>
        </p:nvSpPr>
        <p:spPr>
          <a:xfrm>
            <a:off x="4639250" y="2407875"/>
            <a:ext cx="3504600" cy="192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IN" sz="1600">
                <a:solidFill>
                  <a:schemeClr val="accent1"/>
                </a:solidFill>
              </a:rPr>
              <a:t>Group 8:</a:t>
            </a:r>
            <a:endParaRPr b="1" sz="1600">
              <a:solidFill>
                <a:schemeClr val="accent1"/>
              </a:solidFill>
            </a:endParaRPr>
          </a:p>
          <a:p>
            <a:pPr indent="0" lvl="0" marL="0" rtl="0" algn="l">
              <a:lnSpc>
                <a:spcPct val="115000"/>
              </a:lnSpc>
              <a:spcBef>
                <a:spcPts val="0"/>
              </a:spcBef>
              <a:spcAft>
                <a:spcPts val="0"/>
              </a:spcAft>
              <a:buNone/>
            </a:pPr>
            <a:r>
              <a:rPr lang="en-IN" sz="1600">
                <a:solidFill>
                  <a:schemeClr val="dk1"/>
                </a:solidFill>
              </a:rPr>
              <a:t>- Sharvani Kadarla</a:t>
            </a:r>
            <a:endParaRPr sz="1600">
              <a:solidFill>
                <a:schemeClr val="dk1"/>
              </a:solidFill>
            </a:endParaRPr>
          </a:p>
          <a:p>
            <a:pPr indent="0" lvl="0" marL="0" rtl="0" algn="l">
              <a:lnSpc>
                <a:spcPct val="115000"/>
              </a:lnSpc>
              <a:spcBef>
                <a:spcPts val="0"/>
              </a:spcBef>
              <a:spcAft>
                <a:spcPts val="0"/>
              </a:spcAft>
              <a:buNone/>
            </a:pPr>
            <a:r>
              <a:rPr lang="en-IN" sz="1600">
                <a:solidFill>
                  <a:schemeClr val="dk1"/>
                </a:solidFill>
              </a:rPr>
              <a:t>- Deepali Sawant</a:t>
            </a:r>
            <a:endParaRPr sz="1600">
              <a:solidFill>
                <a:schemeClr val="dk1"/>
              </a:solidFill>
            </a:endParaRPr>
          </a:p>
          <a:p>
            <a:pPr indent="0" lvl="0" marL="0" rtl="0" algn="l">
              <a:lnSpc>
                <a:spcPct val="115000"/>
              </a:lnSpc>
              <a:spcBef>
                <a:spcPts val="0"/>
              </a:spcBef>
              <a:spcAft>
                <a:spcPts val="0"/>
              </a:spcAft>
              <a:buNone/>
            </a:pPr>
            <a:r>
              <a:rPr lang="en-IN" sz="1600">
                <a:solidFill>
                  <a:schemeClr val="dk1"/>
                </a:solidFill>
              </a:rPr>
              <a:t>- Jai Sheel Bhasker Paladugu</a:t>
            </a:r>
            <a:endParaRPr sz="1600">
              <a:solidFill>
                <a:schemeClr val="dk1"/>
              </a:solidFill>
            </a:endParaRPr>
          </a:p>
          <a:p>
            <a:pPr indent="0" lvl="0" marL="0" rtl="0" algn="l">
              <a:lnSpc>
                <a:spcPct val="115000"/>
              </a:lnSpc>
              <a:spcBef>
                <a:spcPts val="0"/>
              </a:spcBef>
              <a:spcAft>
                <a:spcPts val="0"/>
              </a:spcAft>
              <a:buNone/>
            </a:pPr>
            <a:r>
              <a:rPr lang="en-IN" sz="1600">
                <a:solidFill>
                  <a:schemeClr val="dk1"/>
                </a:solidFill>
              </a:rPr>
              <a:t>- Ashish Reddy Majjigapu</a:t>
            </a:r>
            <a:endParaRPr sz="16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939b079c03_0_6"/>
          <p:cNvSpPr txBox="1"/>
          <p:nvPr>
            <p:ph type="title"/>
          </p:nvPr>
        </p:nvSpPr>
        <p:spPr>
          <a:xfrm>
            <a:off x="239525" y="457200"/>
            <a:ext cx="6447600" cy="4926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en-IN" sz="2000">
                <a:latin typeface="Merriweather"/>
                <a:ea typeface="Merriweather"/>
                <a:cs typeface="Merriweather"/>
                <a:sym typeface="Merriweather"/>
              </a:rPr>
              <a:t>Team Member Roles &amp; Responsibilities</a:t>
            </a:r>
            <a:endParaRPr b="1" sz="2000">
              <a:latin typeface="Merriweather"/>
              <a:ea typeface="Merriweather"/>
              <a:cs typeface="Merriweather"/>
              <a:sym typeface="Merriweather"/>
            </a:endParaRPr>
          </a:p>
          <a:p>
            <a:pPr indent="0" lvl="0" marL="0" rtl="0" algn="l">
              <a:spcBef>
                <a:spcPts val="0"/>
              </a:spcBef>
              <a:spcAft>
                <a:spcPts val="0"/>
              </a:spcAft>
              <a:buNone/>
            </a:pPr>
            <a:r>
              <a:t/>
            </a:r>
            <a:endParaRPr b="1" sz="2000">
              <a:latin typeface="Merriweather"/>
              <a:ea typeface="Merriweather"/>
              <a:cs typeface="Merriweather"/>
              <a:sym typeface="Merriweather"/>
            </a:endParaRPr>
          </a:p>
        </p:txBody>
      </p:sp>
      <p:sp>
        <p:nvSpPr>
          <p:cNvPr id="151" name="Google Shape;151;g3939b079c03_0_6"/>
          <p:cNvSpPr txBox="1"/>
          <p:nvPr>
            <p:ph idx="1" type="body"/>
          </p:nvPr>
        </p:nvSpPr>
        <p:spPr>
          <a:xfrm>
            <a:off x="239525" y="1116450"/>
            <a:ext cx="3466800" cy="29106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b="1" lang="en-IN" sz="1400">
                <a:solidFill>
                  <a:schemeClr val="dk1"/>
                </a:solidFill>
              </a:rPr>
              <a:t>Project Manager &amp; Software Developer</a:t>
            </a:r>
            <a:endParaRPr b="1" sz="1400">
              <a:solidFill>
                <a:schemeClr val="dk1"/>
              </a:solidFill>
            </a:endParaRPr>
          </a:p>
          <a:p>
            <a:pPr indent="0" lvl="0" marL="0" rtl="0" algn="l">
              <a:spcBef>
                <a:spcPts val="0"/>
              </a:spcBef>
              <a:spcAft>
                <a:spcPts val="0"/>
              </a:spcAft>
              <a:buNone/>
            </a:pPr>
            <a:r>
              <a:rPr b="1" i="1" lang="en-IN" sz="1400">
                <a:solidFill>
                  <a:srgbClr val="1155CC"/>
                </a:solidFill>
              </a:rPr>
              <a:t>Sharvani Kadarla</a:t>
            </a:r>
            <a:endParaRPr b="1" i="1" sz="1400">
              <a:solidFill>
                <a:srgbClr val="1155CC"/>
              </a:solidFill>
            </a:endParaRPr>
          </a:p>
          <a:p>
            <a:pPr indent="-317500" lvl="0" marL="457200" rtl="0" algn="l">
              <a:spcBef>
                <a:spcPts val="750"/>
              </a:spcBef>
              <a:spcAft>
                <a:spcPts val="0"/>
              </a:spcAft>
              <a:buClr>
                <a:schemeClr val="dk1"/>
              </a:buClr>
              <a:buSzPts val="1400"/>
              <a:buChar char="►"/>
            </a:pPr>
            <a:r>
              <a:rPr lang="en-IN" sz="1400">
                <a:solidFill>
                  <a:schemeClr val="dk1"/>
                </a:solidFill>
              </a:rPr>
              <a:t>Define project vision, roadmap, and milestones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Plan sprints and assign tasks efficiently</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Design overall system architecture and data flow</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Ensure integration across frontend, backend, and AI components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Monitor project progress and resolve blockers</a:t>
            </a:r>
            <a:endParaRPr sz="1400">
              <a:solidFill>
                <a:schemeClr val="dk1"/>
              </a:solidFill>
            </a:endParaRPr>
          </a:p>
        </p:txBody>
      </p:sp>
      <p:sp>
        <p:nvSpPr>
          <p:cNvPr id="152" name="Google Shape;152;g3939b079c03_0_6"/>
          <p:cNvSpPr txBox="1"/>
          <p:nvPr>
            <p:ph idx="2" type="body"/>
          </p:nvPr>
        </p:nvSpPr>
        <p:spPr>
          <a:xfrm>
            <a:off x="3706325" y="1456825"/>
            <a:ext cx="3670800" cy="32076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b="1" lang="en-IN" sz="1400">
                <a:solidFill>
                  <a:schemeClr val="dk1"/>
                </a:solidFill>
              </a:rPr>
              <a:t>Frontend &amp; Visualization Engineer</a:t>
            </a:r>
            <a:endParaRPr b="1" sz="1400">
              <a:solidFill>
                <a:schemeClr val="dk1"/>
              </a:solidFill>
            </a:endParaRPr>
          </a:p>
          <a:p>
            <a:pPr indent="0" lvl="0" marL="0" rtl="0" algn="l">
              <a:spcBef>
                <a:spcPts val="0"/>
              </a:spcBef>
              <a:spcAft>
                <a:spcPts val="0"/>
              </a:spcAft>
              <a:buNone/>
            </a:pPr>
            <a:r>
              <a:rPr b="1" i="1" lang="en-IN" sz="1400">
                <a:solidFill>
                  <a:srgbClr val="1155CC"/>
                </a:solidFill>
              </a:rPr>
              <a:t>Deepali Sawant</a:t>
            </a:r>
            <a:endParaRPr b="1" i="1" sz="1400">
              <a:solidFill>
                <a:srgbClr val="1155CC"/>
              </a:solidFill>
            </a:endParaRPr>
          </a:p>
          <a:p>
            <a:pPr indent="-317500" lvl="0" marL="457200" rtl="0" algn="l">
              <a:spcBef>
                <a:spcPts val="0"/>
              </a:spcBef>
              <a:spcAft>
                <a:spcPts val="0"/>
              </a:spcAft>
              <a:buClr>
                <a:schemeClr val="dk1"/>
              </a:buClr>
              <a:buSzPts val="1400"/>
              <a:buChar char="►"/>
            </a:pPr>
            <a:r>
              <a:rPr lang="en-IN" sz="1400">
                <a:solidFill>
                  <a:schemeClr val="dk1"/>
                </a:solidFill>
              </a:rPr>
              <a:t>Build interactive user interface using Streamlit </a:t>
            </a:r>
            <a:r>
              <a:rPr i="1" lang="en-IN" sz="1400">
                <a:solidFill>
                  <a:schemeClr val="dk1"/>
                </a:solidFill>
              </a:rPr>
              <a:t>(or alternatively using HTML, CSS, JavaScript, or other frontend frameworks like ReactJS)</a:t>
            </a:r>
            <a:endParaRPr i="1"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Design dashboards and portfolio visualizations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Implement Knowledge Graph visualizations for event impact</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Ensure usability, clarity, and professional UI/UX</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Integrate frontend with backend APIs and AI outputs</a:t>
            </a:r>
            <a:endParaRPr sz="14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939b079c03_0_70"/>
          <p:cNvSpPr txBox="1"/>
          <p:nvPr>
            <p:ph idx="1" type="body"/>
          </p:nvPr>
        </p:nvSpPr>
        <p:spPr>
          <a:xfrm>
            <a:off x="508000" y="1065750"/>
            <a:ext cx="3138000" cy="30315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b="1" lang="en-IN" sz="1400">
                <a:solidFill>
                  <a:schemeClr val="dk1"/>
                </a:solidFill>
              </a:rPr>
              <a:t>AI / Machine Learning Engineer</a:t>
            </a:r>
            <a:endParaRPr b="1" sz="1400">
              <a:solidFill>
                <a:schemeClr val="dk1"/>
              </a:solidFill>
            </a:endParaRPr>
          </a:p>
          <a:p>
            <a:pPr indent="0" lvl="0" marL="0" rtl="0" algn="l">
              <a:spcBef>
                <a:spcPts val="0"/>
              </a:spcBef>
              <a:spcAft>
                <a:spcPts val="0"/>
              </a:spcAft>
              <a:buNone/>
            </a:pPr>
            <a:r>
              <a:rPr b="1" i="1" lang="en-IN" sz="1400">
                <a:solidFill>
                  <a:srgbClr val="1155CC"/>
                </a:solidFill>
              </a:rPr>
              <a:t>Jai Sheel Bhasker Paladugu</a:t>
            </a:r>
            <a:endParaRPr b="1" i="1" sz="1400">
              <a:solidFill>
                <a:srgbClr val="1155CC"/>
              </a:solidFill>
            </a:endParaRPr>
          </a:p>
          <a:p>
            <a:pPr indent="-317500" lvl="0" marL="457200" rtl="0" algn="l">
              <a:spcBef>
                <a:spcPts val="0"/>
              </a:spcBef>
              <a:spcAft>
                <a:spcPts val="0"/>
              </a:spcAft>
              <a:buClr>
                <a:schemeClr val="dk1"/>
              </a:buClr>
              <a:buSzPts val="1400"/>
              <a:buChar char="►"/>
            </a:pPr>
            <a:r>
              <a:rPr lang="en-IN" sz="1400">
                <a:solidFill>
                  <a:schemeClr val="dk1"/>
                </a:solidFill>
              </a:rPr>
              <a:t>Design and implement AI-driven causal reasoning models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Model Butterfly Event propagation across industries and companies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Construct and manage causal graphs for event impact analysis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Use Large Language Models (LLMs) for explainable insights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Run scenario simulations and portfolio risk analysis</a:t>
            </a:r>
            <a:endParaRPr sz="1400">
              <a:solidFill>
                <a:schemeClr val="dk1"/>
              </a:solidFill>
            </a:endParaRPr>
          </a:p>
        </p:txBody>
      </p:sp>
      <p:sp>
        <p:nvSpPr>
          <p:cNvPr id="158" name="Google Shape;158;g3939b079c03_0_70"/>
          <p:cNvSpPr txBox="1"/>
          <p:nvPr>
            <p:ph type="title"/>
          </p:nvPr>
        </p:nvSpPr>
        <p:spPr>
          <a:xfrm>
            <a:off x="508000" y="457200"/>
            <a:ext cx="6447600" cy="4926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b="1" lang="en-IN" sz="2000">
                <a:latin typeface="Merriweather"/>
                <a:ea typeface="Merriweather"/>
                <a:cs typeface="Merriweather"/>
                <a:sym typeface="Merriweather"/>
              </a:rPr>
              <a:t>Team Member Roles &amp; Responsibilities</a:t>
            </a:r>
            <a:endParaRPr b="1" sz="2000">
              <a:latin typeface="Merriweather"/>
              <a:ea typeface="Merriweather"/>
              <a:cs typeface="Merriweather"/>
              <a:sym typeface="Merriweather"/>
            </a:endParaRPr>
          </a:p>
          <a:p>
            <a:pPr indent="0" lvl="0" marL="0" rtl="0" algn="l">
              <a:spcBef>
                <a:spcPts val="0"/>
              </a:spcBef>
              <a:spcAft>
                <a:spcPts val="0"/>
              </a:spcAft>
              <a:buNone/>
            </a:pPr>
            <a:r>
              <a:t/>
            </a:r>
            <a:endParaRPr b="1" sz="2000">
              <a:latin typeface="Merriweather"/>
              <a:ea typeface="Merriweather"/>
              <a:cs typeface="Merriweather"/>
              <a:sym typeface="Merriweather"/>
            </a:endParaRPr>
          </a:p>
        </p:txBody>
      </p:sp>
      <p:sp>
        <p:nvSpPr>
          <p:cNvPr id="159" name="Google Shape;159;g3939b079c03_0_70"/>
          <p:cNvSpPr txBox="1"/>
          <p:nvPr>
            <p:ph idx="2" type="body"/>
          </p:nvPr>
        </p:nvSpPr>
        <p:spPr>
          <a:xfrm>
            <a:off x="3867875" y="1733900"/>
            <a:ext cx="3317700" cy="29106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b="1" lang="en-IN" sz="1400">
                <a:solidFill>
                  <a:schemeClr val="dk1"/>
                </a:solidFill>
              </a:rPr>
              <a:t>Backend &amp; Data Engineering Lead</a:t>
            </a:r>
            <a:endParaRPr b="1" sz="1400">
              <a:solidFill>
                <a:schemeClr val="dk1"/>
              </a:solidFill>
            </a:endParaRPr>
          </a:p>
          <a:p>
            <a:pPr indent="0" lvl="0" marL="0" rtl="0" algn="l">
              <a:spcBef>
                <a:spcPts val="0"/>
              </a:spcBef>
              <a:spcAft>
                <a:spcPts val="0"/>
              </a:spcAft>
              <a:buNone/>
            </a:pPr>
            <a:r>
              <a:rPr b="1" i="1" lang="en-IN" sz="1400">
                <a:solidFill>
                  <a:srgbClr val="1155CC"/>
                </a:solidFill>
              </a:rPr>
              <a:t>Ashish Reddy Majjigapu</a:t>
            </a:r>
            <a:endParaRPr b="1" i="1" sz="1400">
              <a:solidFill>
                <a:srgbClr val="1155CC"/>
              </a:solidFill>
            </a:endParaRPr>
          </a:p>
          <a:p>
            <a:pPr indent="-317500" lvl="0" marL="457200" rtl="0" algn="l">
              <a:spcBef>
                <a:spcPts val="750"/>
              </a:spcBef>
              <a:spcAft>
                <a:spcPts val="0"/>
              </a:spcAft>
              <a:buClr>
                <a:schemeClr val="dk1"/>
              </a:buClr>
              <a:buSzPts val="1400"/>
              <a:buChar char="►"/>
            </a:pPr>
            <a:r>
              <a:rPr lang="en-IN" sz="1400">
                <a:solidFill>
                  <a:schemeClr val="dk1"/>
                </a:solidFill>
              </a:rPr>
              <a:t>Develop RESTful APIs using FastAPI</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Implement data ingestion pipelines from APIs or mock datasets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Handle data preprocessing, validation, and storage</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Support portfolio risk calculations and stress-testing computations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Ensure backend performance, scalability, and reliability</a:t>
            </a:r>
            <a:endParaRPr sz="14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939b079c03_0_81"/>
          <p:cNvSpPr txBox="1"/>
          <p:nvPr>
            <p:ph type="title"/>
          </p:nvPr>
        </p:nvSpPr>
        <p:spPr>
          <a:xfrm>
            <a:off x="508000" y="457200"/>
            <a:ext cx="6447600" cy="99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b="1" lang="en-IN">
                <a:latin typeface="Merriweather"/>
                <a:ea typeface="Merriweather"/>
                <a:cs typeface="Merriweather"/>
                <a:sym typeface="Merriweather"/>
              </a:rPr>
              <a:t>Problem Statement</a:t>
            </a:r>
            <a:endParaRPr b="1">
              <a:latin typeface="Merriweather"/>
              <a:ea typeface="Merriweather"/>
              <a:cs typeface="Merriweather"/>
              <a:sym typeface="Merriweather"/>
            </a:endParaRPr>
          </a:p>
        </p:txBody>
      </p:sp>
      <p:sp>
        <p:nvSpPr>
          <p:cNvPr id="165" name="Google Shape;165;g3939b079c03_0_81"/>
          <p:cNvSpPr txBox="1"/>
          <p:nvPr>
            <p:ph idx="1" type="body"/>
          </p:nvPr>
        </p:nvSpPr>
        <p:spPr>
          <a:xfrm>
            <a:off x="447225" y="1416042"/>
            <a:ext cx="6447600" cy="2910600"/>
          </a:xfrm>
          <a:prstGeom prst="rect">
            <a:avLst/>
          </a:prstGeom>
        </p:spPr>
        <p:txBody>
          <a:bodyPr anchorCtr="0" anchor="t" bIns="34275" lIns="68575" spcFirstLastPara="1" rIns="68575" wrap="square" tIns="34275">
            <a:normAutofit/>
          </a:bodyPr>
          <a:lstStyle/>
          <a:p>
            <a:pPr indent="-330200" lvl="0" marL="457200" rtl="0" algn="l">
              <a:lnSpc>
                <a:spcPct val="115000"/>
              </a:lnSpc>
              <a:spcBef>
                <a:spcPts val="750"/>
              </a:spcBef>
              <a:spcAft>
                <a:spcPts val="0"/>
              </a:spcAft>
              <a:buClr>
                <a:schemeClr val="dk1"/>
              </a:buClr>
              <a:buSzPts val="1600"/>
              <a:buChar char="►"/>
            </a:pPr>
            <a:r>
              <a:rPr lang="en-IN" sz="1600">
                <a:solidFill>
                  <a:schemeClr val="dk1"/>
                </a:solidFill>
              </a:rPr>
              <a:t>Modern investment platforms are reactive — they alert investors only after stock prices change</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IN" sz="1600">
                <a:solidFill>
                  <a:schemeClr val="dk1"/>
                </a:solidFill>
              </a:rPr>
              <a:t>They do not consider early real-world signals like supply chain disruptions, weather events, labor strikes, or logistics delays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IN" sz="1600">
                <a:solidFill>
                  <a:schemeClr val="dk1"/>
                </a:solidFill>
              </a:rPr>
              <a:t>Current tools focus mainly on financial indicators and ignore non-financial risk triggers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IN" sz="1600">
                <a:solidFill>
                  <a:schemeClr val="dk1"/>
                </a:solidFill>
              </a:rPr>
              <a:t>Investors lack clear explanations of why their portfolio risk is increasing</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IN" sz="1600">
                <a:solidFill>
                  <a:schemeClr val="dk1"/>
                </a:solidFill>
              </a:rPr>
              <a:t>As a result, users cannot anticipate risk or make proactive portfolio decisions</a:t>
            </a:r>
            <a:endParaRPr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939b079c03_0_87"/>
          <p:cNvSpPr txBox="1"/>
          <p:nvPr>
            <p:ph type="title"/>
          </p:nvPr>
        </p:nvSpPr>
        <p:spPr>
          <a:xfrm>
            <a:off x="508000" y="457200"/>
            <a:ext cx="6447600" cy="99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b="1" lang="en-IN">
                <a:latin typeface="Merriweather"/>
                <a:ea typeface="Merriweather"/>
                <a:cs typeface="Merriweather"/>
                <a:sym typeface="Merriweather"/>
              </a:rPr>
              <a:t>Project Description</a:t>
            </a:r>
            <a:endParaRPr b="1">
              <a:latin typeface="Merriweather"/>
              <a:ea typeface="Merriweather"/>
              <a:cs typeface="Merriweather"/>
              <a:sym typeface="Merriweather"/>
            </a:endParaRPr>
          </a:p>
        </p:txBody>
      </p:sp>
      <p:sp>
        <p:nvSpPr>
          <p:cNvPr id="171" name="Google Shape;171;g3939b079c03_0_87"/>
          <p:cNvSpPr txBox="1"/>
          <p:nvPr>
            <p:ph idx="1" type="body"/>
          </p:nvPr>
        </p:nvSpPr>
        <p:spPr>
          <a:xfrm>
            <a:off x="508000" y="1185025"/>
            <a:ext cx="6447600" cy="3731700"/>
          </a:xfrm>
          <a:prstGeom prst="rect">
            <a:avLst/>
          </a:prstGeom>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lang="en-IN" sz="1600">
                <a:solidFill>
                  <a:schemeClr val="dk1"/>
                </a:solidFill>
              </a:rPr>
              <a:t>RippleWealth is an AI-driven investment risk intelligence platform that anticipates market risks by detecting real-world disruptions—such as weather events, supply chain delays, and labor strikes—before they appear in stock prices. Unlike traditional investment tools that react only after price changes, RippleWealth provides early insights to help investors understand potential portfolio impacts.</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None/>
            </a:pPr>
            <a:r>
              <a:rPr lang="en-IN" sz="1600">
                <a:solidFill>
                  <a:schemeClr val="dk1"/>
                </a:solidFill>
              </a:rPr>
              <a:t>Using a multi-agent AI architecture and LLM-based causal reasoning, the platform maps how these events propagate across industries and impact companies and portfolios. Through an interactive Knowledge Graph and explainable risk metrics like Value-at-Risk (VaR), RippleWealth enables proactive, transparent, and data-driven portfolio risk management.</a:t>
            </a:r>
            <a:endParaRPr sz="16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939b079c03_0_92"/>
          <p:cNvSpPr txBox="1"/>
          <p:nvPr>
            <p:ph type="title"/>
          </p:nvPr>
        </p:nvSpPr>
        <p:spPr>
          <a:xfrm>
            <a:off x="508000" y="457200"/>
            <a:ext cx="6447600" cy="4758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b="1" lang="en-IN" sz="2200">
                <a:latin typeface="Merriweather"/>
                <a:ea typeface="Merriweather"/>
                <a:cs typeface="Merriweather"/>
                <a:sym typeface="Merriweather"/>
              </a:rPr>
              <a:t>Persona: Retail Investor (Young Professional)</a:t>
            </a:r>
            <a:endParaRPr b="1" sz="2200">
              <a:latin typeface="Merriweather"/>
              <a:ea typeface="Merriweather"/>
              <a:cs typeface="Merriweather"/>
              <a:sym typeface="Merriweather"/>
            </a:endParaRPr>
          </a:p>
        </p:txBody>
      </p:sp>
      <p:sp>
        <p:nvSpPr>
          <p:cNvPr id="177" name="Google Shape;177;g3939b079c03_0_92"/>
          <p:cNvSpPr txBox="1"/>
          <p:nvPr>
            <p:ph idx="1" type="body"/>
          </p:nvPr>
        </p:nvSpPr>
        <p:spPr>
          <a:xfrm>
            <a:off x="558450" y="1116450"/>
            <a:ext cx="5580900" cy="3295800"/>
          </a:xfrm>
          <a:prstGeom prst="rect">
            <a:avLst/>
          </a:prstGeom>
        </p:spPr>
        <p:txBody>
          <a:bodyPr anchorCtr="0" anchor="t" bIns="34275" lIns="68575" spcFirstLastPara="1" rIns="68575" wrap="square" tIns="34275">
            <a:normAutofit/>
          </a:bodyPr>
          <a:lstStyle/>
          <a:p>
            <a:pPr indent="0" lvl="0" marL="0" rtl="0" algn="l">
              <a:spcBef>
                <a:spcPts val="750"/>
              </a:spcBef>
              <a:spcAft>
                <a:spcPts val="0"/>
              </a:spcAft>
              <a:buNone/>
            </a:pPr>
            <a:r>
              <a:rPr lang="en-IN" sz="1600">
                <a:solidFill>
                  <a:schemeClr val="dk1"/>
                </a:solidFill>
              </a:rPr>
              <a:t>Ethan Miller is a 29-year-old software engineer and early-career investor who actively manages his personal investment portfolio. He is comfortable with technology and prefers data-driven tools that help him understand market behavior and portfolio risk. He wants simple visual dashboards, scenario simulations, and clear Value-at-Risk insights to support smarter investment decisions. However, he finds most financial tools either too complex or too fragmented. His primary goal is to use RippleWealth to simulate market stress scenarios, understand downside risk, and make safer long-term investment choices.</a:t>
            </a:r>
            <a:endParaRPr sz="1600">
              <a:solidFill>
                <a:schemeClr val="dk1"/>
              </a:solidFill>
            </a:endParaRPr>
          </a:p>
        </p:txBody>
      </p:sp>
      <p:pic>
        <p:nvPicPr>
          <p:cNvPr id="178" name="Google Shape;178;g3939b079c03_0_92"/>
          <p:cNvPicPr preferRelativeResize="0"/>
          <p:nvPr/>
        </p:nvPicPr>
        <p:blipFill>
          <a:blip r:embed="rId3">
            <a:alphaModFix/>
          </a:blip>
          <a:stretch>
            <a:fillRect/>
          </a:stretch>
        </p:blipFill>
        <p:spPr>
          <a:xfrm>
            <a:off x="6274825" y="949175"/>
            <a:ext cx="2163451" cy="32451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939b079c03_0_97"/>
          <p:cNvSpPr txBox="1"/>
          <p:nvPr>
            <p:ph type="title"/>
          </p:nvPr>
        </p:nvSpPr>
        <p:spPr>
          <a:xfrm>
            <a:off x="508000" y="457200"/>
            <a:ext cx="6447600" cy="463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b="1" lang="en-IN" sz="1900">
                <a:latin typeface="Merriweather"/>
                <a:ea typeface="Merriweather"/>
                <a:cs typeface="Merriweather"/>
                <a:sym typeface="Merriweather"/>
              </a:rPr>
              <a:t>Persona: Financial Risk Analyst (Professional User)</a:t>
            </a:r>
            <a:endParaRPr b="1" sz="1900">
              <a:latin typeface="Merriweather"/>
              <a:ea typeface="Merriweather"/>
              <a:cs typeface="Merriweather"/>
              <a:sym typeface="Merriweather"/>
            </a:endParaRPr>
          </a:p>
        </p:txBody>
      </p:sp>
      <p:sp>
        <p:nvSpPr>
          <p:cNvPr id="184" name="Google Shape;184;g3939b079c03_0_97"/>
          <p:cNvSpPr txBox="1"/>
          <p:nvPr>
            <p:ph idx="1" type="body"/>
          </p:nvPr>
        </p:nvSpPr>
        <p:spPr>
          <a:xfrm>
            <a:off x="508000" y="1116450"/>
            <a:ext cx="6097800" cy="3081600"/>
          </a:xfrm>
          <a:prstGeom prst="rect">
            <a:avLst/>
          </a:prstGeom>
        </p:spPr>
        <p:txBody>
          <a:bodyPr anchorCtr="0" anchor="t" bIns="34275" lIns="68575" spcFirstLastPara="1" rIns="68575" wrap="square" tIns="34275">
            <a:normAutofit/>
          </a:bodyPr>
          <a:lstStyle/>
          <a:p>
            <a:pPr indent="0" lvl="0" marL="0" rtl="0" algn="l">
              <a:spcBef>
                <a:spcPts val="750"/>
              </a:spcBef>
              <a:spcAft>
                <a:spcPts val="0"/>
              </a:spcAft>
              <a:buNone/>
            </a:pPr>
            <a:r>
              <a:rPr lang="en-IN" sz="1600">
                <a:solidFill>
                  <a:schemeClr val="dk1"/>
                </a:solidFill>
              </a:rPr>
              <a:t>Sophia Chen is a 38-year-old financial risk analyst working in a high-pressure, data-intensive environment where accurate risk modeling is critical. She regularly evaluates portfolios, market shocks, and inter-company dependencies using quantitative techniques. She needs advanced tools that support Monte Carlo simulations, causal relationship mapping, and large-scale scenario testing. Her main challenge is that existing tools are time-consuming and lack integrated risk propagation analysis. She uses RippleWealth to run deep simulations, analyze systemic risk paths, and generate faster, more explainable risk reports.</a:t>
            </a:r>
            <a:endParaRPr sz="1600">
              <a:solidFill>
                <a:schemeClr val="dk1"/>
              </a:solidFill>
            </a:endParaRPr>
          </a:p>
        </p:txBody>
      </p:sp>
      <p:pic>
        <p:nvPicPr>
          <p:cNvPr id="185" name="Google Shape;185;g3939b079c03_0_97"/>
          <p:cNvPicPr preferRelativeResize="0"/>
          <p:nvPr/>
        </p:nvPicPr>
        <p:blipFill>
          <a:blip r:embed="rId3">
            <a:alphaModFix/>
          </a:blip>
          <a:stretch>
            <a:fillRect/>
          </a:stretch>
        </p:blipFill>
        <p:spPr>
          <a:xfrm>
            <a:off x="6605800" y="963225"/>
            <a:ext cx="2144699" cy="321704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939b079c03_0_102"/>
          <p:cNvSpPr txBox="1"/>
          <p:nvPr>
            <p:ph type="title"/>
          </p:nvPr>
        </p:nvSpPr>
        <p:spPr>
          <a:xfrm>
            <a:off x="508000" y="457200"/>
            <a:ext cx="6447600" cy="4884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b="1" lang="en-IN" sz="2300">
                <a:latin typeface="Merriweather"/>
                <a:ea typeface="Merriweather"/>
                <a:cs typeface="Merriweather"/>
                <a:sym typeface="Merriweather"/>
              </a:rPr>
              <a:t>Persona: Business Owner / Wealth Planner</a:t>
            </a:r>
            <a:endParaRPr b="1" sz="2300">
              <a:latin typeface="Merriweather"/>
              <a:ea typeface="Merriweather"/>
              <a:cs typeface="Merriweather"/>
              <a:sym typeface="Merriweather"/>
            </a:endParaRPr>
          </a:p>
        </p:txBody>
      </p:sp>
      <p:sp>
        <p:nvSpPr>
          <p:cNvPr id="191" name="Google Shape;191;g3939b079c03_0_102"/>
          <p:cNvSpPr txBox="1"/>
          <p:nvPr>
            <p:ph idx="1" type="body"/>
          </p:nvPr>
        </p:nvSpPr>
        <p:spPr>
          <a:xfrm>
            <a:off x="508000" y="1116450"/>
            <a:ext cx="6022200" cy="2910600"/>
          </a:xfrm>
          <a:prstGeom prst="rect">
            <a:avLst/>
          </a:prstGeom>
        </p:spPr>
        <p:txBody>
          <a:bodyPr anchorCtr="0" anchor="t" bIns="34275" lIns="68575" spcFirstLastPara="1" rIns="68575" wrap="square" tIns="34275">
            <a:normAutofit/>
          </a:bodyPr>
          <a:lstStyle/>
          <a:p>
            <a:pPr indent="0" lvl="0" marL="0" rtl="0" algn="l">
              <a:spcBef>
                <a:spcPts val="750"/>
              </a:spcBef>
              <a:spcAft>
                <a:spcPts val="0"/>
              </a:spcAft>
              <a:buNone/>
            </a:pPr>
            <a:r>
              <a:rPr lang="en-IN" sz="1600">
                <a:solidFill>
                  <a:schemeClr val="dk1"/>
                </a:solidFill>
              </a:rPr>
              <a:t>Carlos Ramirez is a 45-year-old small business owner who manages both business and personal investments. He closely follows economic events and sector trends but struggles to understand how global disruptions ripple across industries and affect his holdings. He prefers visual and scenario-based tools rather than purely statistical outputs. His frustration is the lack of clear cause-and-effect visibility in traditional finance platforms. He uses RippleWealth to visualize impact chains, evaluate sector dependencies, and stress-test investment strategies so he can build more resilient financial plans.</a:t>
            </a:r>
            <a:endParaRPr sz="1600">
              <a:solidFill>
                <a:schemeClr val="dk1"/>
              </a:solidFill>
            </a:endParaRPr>
          </a:p>
        </p:txBody>
      </p:sp>
      <p:pic>
        <p:nvPicPr>
          <p:cNvPr id="192" name="Google Shape;192;g3939b079c03_0_102"/>
          <p:cNvPicPr preferRelativeResize="0"/>
          <p:nvPr/>
        </p:nvPicPr>
        <p:blipFill>
          <a:blip r:embed="rId3">
            <a:alphaModFix/>
          </a:blip>
          <a:stretch>
            <a:fillRect/>
          </a:stretch>
        </p:blipFill>
        <p:spPr>
          <a:xfrm>
            <a:off x="6704575" y="1010075"/>
            <a:ext cx="2082225" cy="312334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939b079c03_0_107"/>
          <p:cNvSpPr txBox="1"/>
          <p:nvPr>
            <p:ph type="title"/>
          </p:nvPr>
        </p:nvSpPr>
        <p:spPr>
          <a:xfrm>
            <a:off x="508000" y="457200"/>
            <a:ext cx="6447600" cy="99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b="1" lang="en-IN">
                <a:latin typeface="Merriweather"/>
                <a:ea typeface="Merriweather"/>
                <a:cs typeface="Merriweather"/>
                <a:sym typeface="Merriweather"/>
              </a:rPr>
              <a:t>Technologies</a:t>
            </a:r>
            <a:endParaRPr b="1">
              <a:latin typeface="Merriweather"/>
              <a:ea typeface="Merriweather"/>
              <a:cs typeface="Merriweather"/>
              <a:sym typeface="Merriweather"/>
            </a:endParaRPr>
          </a:p>
        </p:txBody>
      </p:sp>
      <p:sp>
        <p:nvSpPr>
          <p:cNvPr id="198" name="Google Shape;198;g3939b079c03_0_107"/>
          <p:cNvSpPr txBox="1"/>
          <p:nvPr>
            <p:ph idx="1" type="body"/>
          </p:nvPr>
        </p:nvSpPr>
        <p:spPr>
          <a:xfrm>
            <a:off x="508000" y="1447800"/>
            <a:ext cx="4174500" cy="2910600"/>
          </a:xfrm>
          <a:prstGeom prst="rect">
            <a:avLst/>
          </a:prstGeom>
        </p:spPr>
        <p:txBody>
          <a:bodyPr anchorCtr="0" anchor="t" bIns="34275" lIns="68575" spcFirstLastPara="1" rIns="68575" wrap="square" tIns="34275">
            <a:normAutofit/>
          </a:bodyPr>
          <a:lstStyle/>
          <a:p>
            <a:pPr indent="0" lvl="0" marL="0" rtl="0" algn="ctr">
              <a:spcBef>
                <a:spcPts val="750"/>
              </a:spcBef>
              <a:spcAft>
                <a:spcPts val="0"/>
              </a:spcAft>
              <a:buNone/>
            </a:pPr>
            <a:r>
              <a:rPr lang="en-IN" sz="1600">
                <a:solidFill>
                  <a:schemeClr val="dk1"/>
                </a:solidFill>
              </a:rPr>
              <a:t>Core Technologies</a:t>
            </a:r>
            <a:endParaRPr sz="1600">
              <a:solidFill>
                <a:schemeClr val="dk1"/>
              </a:solidFill>
            </a:endParaRPr>
          </a:p>
          <a:p>
            <a:pPr indent="0" lvl="0" marL="0" rtl="0" algn="l">
              <a:spcBef>
                <a:spcPts val="750"/>
              </a:spcBef>
              <a:spcAft>
                <a:spcPts val="0"/>
              </a:spcAft>
              <a:buNone/>
            </a:pPr>
            <a:r>
              <a:t/>
            </a:r>
            <a:endParaRPr>
              <a:solidFill>
                <a:schemeClr val="dk1"/>
              </a:solidFill>
            </a:endParaRPr>
          </a:p>
        </p:txBody>
      </p:sp>
      <p:sp>
        <p:nvSpPr>
          <p:cNvPr id="199" name="Google Shape;199;g3939b079c03_0_107"/>
          <p:cNvSpPr txBox="1"/>
          <p:nvPr>
            <p:ph idx="1" type="body"/>
          </p:nvPr>
        </p:nvSpPr>
        <p:spPr>
          <a:xfrm>
            <a:off x="4979625" y="1447800"/>
            <a:ext cx="2549400" cy="2910600"/>
          </a:xfrm>
          <a:prstGeom prst="rect">
            <a:avLst/>
          </a:prstGeom>
        </p:spPr>
        <p:txBody>
          <a:bodyPr anchorCtr="0" anchor="t" bIns="34275" lIns="68575" spcFirstLastPara="1" rIns="68575" wrap="square" tIns="34275">
            <a:normAutofit/>
          </a:bodyPr>
          <a:lstStyle/>
          <a:p>
            <a:pPr indent="0" lvl="0" marL="0" rtl="0" algn="ctr">
              <a:spcBef>
                <a:spcPts val="750"/>
              </a:spcBef>
              <a:spcAft>
                <a:spcPts val="0"/>
              </a:spcAft>
              <a:buNone/>
            </a:pPr>
            <a:r>
              <a:rPr lang="en-IN" sz="1600">
                <a:solidFill>
                  <a:schemeClr val="dk1"/>
                </a:solidFill>
              </a:rPr>
              <a:t>Tools and Platforms</a:t>
            </a:r>
            <a:endParaRPr sz="1600">
              <a:solidFill>
                <a:schemeClr val="dk1"/>
              </a:solidFill>
            </a:endParaRPr>
          </a:p>
        </p:txBody>
      </p:sp>
      <p:pic>
        <p:nvPicPr>
          <p:cNvPr id="200" name="Google Shape;200;g3939b079c03_0_107" title="python-logo-png_seeklogo-332789.png"/>
          <p:cNvPicPr preferRelativeResize="0"/>
          <p:nvPr/>
        </p:nvPicPr>
        <p:blipFill>
          <a:blip r:embed="rId3">
            <a:alphaModFix/>
          </a:blip>
          <a:stretch>
            <a:fillRect/>
          </a:stretch>
        </p:blipFill>
        <p:spPr>
          <a:xfrm>
            <a:off x="872425" y="2151302"/>
            <a:ext cx="1119384" cy="990600"/>
          </a:xfrm>
          <a:prstGeom prst="rect">
            <a:avLst/>
          </a:prstGeom>
          <a:noFill/>
          <a:ln>
            <a:noFill/>
          </a:ln>
        </p:spPr>
      </p:pic>
      <p:pic>
        <p:nvPicPr>
          <p:cNvPr id="201" name="Google Shape;201;g3939b079c03_0_107" title="logo-teal.png"/>
          <p:cNvPicPr preferRelativeResize="0"/>
          <p:nvPr/>
        </p:nvPicPr>
        <p:blipFill>
          <a:blip r:embed="rId4">
            <a:alphaModFix/>
          </a:blip>
          <a:stretch>
            <a:fillRect/>
          </a:stretch>
        </p:blipFill>
        <p:spPr>
          <a:xfrm>
            <a:off x="3008850" y="2233339"/>
            <a:ext cx="1878175" cy="676800"/>
          </a:xfrm>
          <a:prstGeom prst="rect">
            <a:avLst/>
          </a:prstGeom>
          <a:noFill/>
          <a:ln>
            <a:noFill/>
          </a:ln>
        </p:spPr>
      </p:pic>
      <p:pic>
        <p:nvPicPr>
          <p:cNvPr id="202" name="Google Shape;202;g3939b079c03_0_107" title="download.png"/>
          <p:cNvPicPr preferRelativeResize="0"/>
          <p:nvPr/>
        </p:nvPicPr>
        <p:blipFill>
          <a:blip r:embed="rId5">
            <a:alphaModFix/>
          </a:blip>
          <a:stretch>
            <a:fillRect/>
          </a:stretch>
        </p:blipFill>
        <p:spPr>
          <a:xfrm>
            <a:off x="721168" y="3430275"/>
            <a:ext cx="1739575" cy="480725"/>
          </a:xfrm>
          <a:prstGeom prst="rect">
            <a:avLst/>
          </a:prstGeom>
          <a:noFill/>
          <a:ln>
            <a:noFill/>
          </a:ln>
        </p:spPr>
      </p:pic>
      <p:pic>
        <p:nvPicPr>
          <p:cNvPr id="203" name="Google Shape;203;g3939b079c03_0_107" title="sql.jpg"/>
          <p:cNvPicPr preferRelativeResize="0"/>
          <p:nvPr/>
        </p:nvPicPr>
        <p:blipFill>
          <a:blip r:embed="rId6">
            <a:alphaModFix/>
          </a:blip>
          <a:stretch>
            <a:fillRect/>
          </a:stretch>
        </p:blipFill>
        <p:spPr>
          <a:xfrm>
            <a:off x="2036850" y="2226152"/>
            <a:ext cx="1010778" cy="966525"/>
          </a:xfrm>
          <a:prstGeom prst="rect">
            <a:avLst/>
          </a:prstGeom>
          <a:noFill/>
          <a:ln>
            <a:noFill/>
          </a:ln>
        </p:spPr>
      </p:pic>
      <p:pic>
        <p:nvPicPr>
          <p:cNvPr id="204" name="Google Shape;204;g3939b079c03_0_107" title="download (1).png"/>
          <p:cNvPicPr preferRelativeResize="0"/>
          <p:nvPr/>
        </p:nvPicPr>
        <p:blipFill>
          <a:blip r:embed="rId7">
            <a:alphaModFix/>
          </a:blip>
          <a:stretch>
            <a:fillRect/>
          </a:stretch>
        </p:blipFill>
        <p:spPr>
          <a:xfrm>
            <a:off x="5299769" y="2292199"/>
            <a:ext cx="1909125" cy="708808"/>
          </a:xfrm>
          <a:prstGeom prst="rect">
            <a:avLst/>
          </a:prstGeom>
          <a:noFill/>
          <a:ln>
            <a:noFill/>
          </a:ln>
        </p:spPr>
      </p:pic>
      <p:pic>
        <p:nvPicPr>
          <p:cNvPr id="205" name="Google Shape;205;g3939b079c03_0_107" title="images.png"/>
          <p:cNvPicPr preferRelativeResize="0"/>
          <p:nvPr/>
        </p:nvPicPr>
        <p:blipFill>
          <a:blip r:embed="rId8">
            <a:alphaModFix/>
          </a:blip>
          <a:stretch>
            <a:fillRect/>
          </a:stretch>
        </p:blipFill>
        <p:spPr>
          <a:xfrm>
            <a:off x="5602864" y="3293012"/>
            <a:ext cx="1302923" cy="755250"/>
          </a:xfrm>
          <a:prstGeom prst="rect">
            <a:avLst/>
          </a:prstGeom>
          <a:noFill/>
          <a:ln>
            <a:noFill/>
          </a:ln>
        </p:spPr>
      </p:pic>
      <p:pic>
        <p:nvPicPr>
          <p:cNvPr id="206" name="Google Shape;206;g3939b079c03_0_107"/>
          <p:cNvPicPr preferRelativeResize="0"/>
          <p:nvPr/>
        </p:nvPicPr>
        <p:blipFill>
          <a:blip r:embed="rId9">
            <a:alphaModFix/>
          </a:blip>
          <a:stretch>
            <a:fillRect/>
          </a:stretch>
        </p:blipFill>
        <p:spPr>
          <a:xfrm>
            <a:off x="3186548" y="3067050"/>
            <a:ext cx="795050" cy="966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939b079c03_0_112"/>
          <p:cNvSpPr txBox="1"/>
          <p:nvPr>
            <p:ph type="title"/>
          </p:nvPr>
        </p:nvSpPr>
        <p:spPr>
          <a:xfrm>
            <a:off x="508000" y="457200"/>
            <a:ext cx="6447600" cy="99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b="1" lang="en-IN">
                <a:latin typeface="Merriweather"/>
                <a:ea typeface="Merriweather"/>
                <a:cs typeface="Merriweather"/>
                <a:sym typeface="Merriweather"/>
              </a:rPr>
              <a:t>Algorithms</a:t>
            </a:r>
            <a:endParaRPr b="1">
              <a:latin typeface="Merriweather"/>
              <a:ea typeface="Merriweather"/>
              <a:cs typeface="Merriweather"/>
              <a:sym typeface="Merriweather"/>
            </a:endParaRPr>
          </a:p>
        </p:txBody>
      </p:sp>
      <p:sp>
        <p:nvSpPr>
          <p:cNvPr id="212" name="Google Shape;212;g3939b079c03_0_112"/>
          <p:cNvSpPr txBox="1"/>
          <p:nvPr>
            <p:ph idx="1" type="body"/>
          </p:nvPr>
        </p:nvSpPr>
        <p:spPr>
          <a:xfrm>
            <a:off x="508000" y="1120025"/>
            <a:ext cx="3828600" cy="3834300"/>
          </a:xfrm>
          <a:prstGeom prst="rect">
            <a:avLst/>
          </a:prstGeom>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IN" sz="1200">
                <a:solidFill>
                  <a:schemeClr val="dk1"/>
                </a:solidFill>
              </a:rPr>
              <a:t>Monte Carlo Simulation — Portfolio Risk Modeling</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Computes portfolio Value-at-Risk (VaR)</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Simulates thousands of possible market stress scenarios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Estimates potential downside loss under uncertainty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IN" sz="1200">
                <a:solidFill>
                  <a:schemeClr val="dk1"/>
                </a:solidFill>
              </a:rPr>
              <a:t>Causal Graph Modeling (Graph Theory)</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Builds event → supply chain → company relationship graphs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Identifies direct and indirect impact paths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Enables disruption impact tracing across industries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IN" sz="1200">
                <a:solidFill>
                  <a:schemeClr val="dk1"/>
                </a:solidFill>
              </a:rPr>
              <a:t>Natural Language Processing (NLP)</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Extracts “Butterfly Events” from alternative data sources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Processes news, weather, and labor reports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Converts unstructured text into structured risk signals</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p:txBody>
      </p:sp>
      <p:sp>
        <p:nvSpPr>
          <p:cNvPr id="213" name="Google Shape;213;g3939b079c03_0_112"/>
          <p:cNvSpPr txBox="1"/>
          <p:nvPr>
            <p:ph idx="2" type="body"/>
          </p:nvPr>
        </p:nvSpPr>
        <p:spPr>
          <a:xfrm>
            <a:off x="4336600" y="1120025"/>
            <a:ext cx="3996300" cy="3465300"/>
          </a:xfrm>
          <a:prstGeom prst="rect">
            <a:avLst/>
          </a:prstGeom>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IN" sz="1200">
                <a:solidFill>
                  <a:schemeClr val="dk1"/>
                </a:solidFill>
              </a:rPr>
              <a:t>Large Language Model (LLM) Reasoning</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Simulates second- and third-order domino effects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Performs causal chain reasoning across sectors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Generates explainable impact narratives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IN" sz="1200">
                <a:solidFill>
                  <a:schemeClr val="dk1"/>
                </a:solidFill>
              </a:rPr>
              <a:t>Bayesian Risk Propagation</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Assigns probability weights to impact chains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Updates risk exposure dynamically as new signals arrive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Supports uncertainty-aware decision modeling</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IN" sz="1200">
                <a:solidFill>
                  <a:schemeClr val="dk1"/>
                </a:solidFill>
              </a:rPr>
              <a:t>Time-Series Forecasting (ARIMA / LSTM)</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Predicts short-term volatility trends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Supports stress scenario projections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Enhances forward risk estimation</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939b079c03_0_117"/>
          <p:cNvSpPr txBox="1"/>
          <p:nvPr>
            <p:ph type="title"/>
          </p:nvPr>
        </p:nvSpPr>
        <p:spPr>
          <a:xfrm>
            <a:off x="508000" y="457200"/>
            <a:ext cx="6447600" cy="5262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b="1" lang="en-IN">
                <a:latin typeface="Merriweather"/>
                <a:ea typeface="Merriweather"/>
                <a:cs typeface="Merriweather"/>
                <a:sym typeface="Merriweather"/>
              </a:rPr>
              <a:t>Project Schedule and Cadence</a:t>
            </a:r>
            <a:endParaRPr b="1">
              <a:latin typeface="Merriweather"/>
              <a:ea typeface="Merriweather"/>
              <a:cs typeface="Merriweather"/>
              <a:sym typeface="Merriweather"/>
            </a:endParaRPr>
          </a:p>
        </p:txBody>
      </p:sp>
      <p:pic>
        <p:nvPicPr>
          <p:cNvPr id="219" name="Google Shape;219;g3939b079c03_0_117"/>
          <p:cNvPicPr preferRelativeResize="0"/>
          <p:nvPr/>
        </p:nvPicPr>
        <p:blipFill>
          <a:blip r:embed="rId3">
            <a:alphaModFix/>
          </a:blip>
          <a:stretch>
            <a:fillRect/>
          </a:stretch>
        </p:blipFill>
        <p:spPr>
          <a:xfrm>
            <a:off x="152400" y="1034950"/>
            <a:ext cx="4133851" cy="1902400"/>
          </a:xfrm>
          <a:prstGeom prst="rect">
            <a:avLst/>
          </a:prstGeom>
          <a:noFill/>
          <a:ln>
            <a:noFill/>
          </a:ln>
        </p:spPr>
      </p:pic>
      <p:pic>
        <p:nvPicPr>
          <p:cNvPr id="220" name="Google Shape;220;g3939b079c03_0_117"/>
          <p:cNvPicPr preferRelativeResize="0"/>
          <p:nvPr/>
        </p:nvPicPr>
        <p:blipFill>
          <a:blip r:embed="rId4">
            <a:alphaModFix/>
          </a:blip>
          <a:stretch>
            <a:fillRect/>
          </a:stretch>
        </p:blipFill>
        <p:spPr>
          <a:xfrm>
            <a:off x="152400" y="2988900"/>
            <a:ext cx="4133851" cy="1978100"/>
          </a:xfrm>
          <a:prstGeom prst="rect">
            <a:avLst/>
          </a:prstGeom>
          <a:noFill/>
          <a:ln>
            <a:noFill/>
          </a:ln>
        </p:spPr>
      </p:pic>
      <p:pic>
        <p:nvPicPr>
          <p:cNvPr id="221" name="Google Shape;221;g3939b079c03_0_117"/>
          <p:cNvPicPr preferRelativeResize="0"/>
          <p:nvPr/>
        </p:nvPicPr>
        <p:blipFill>
          <a:blip r:embed="rId5">
            <a:alphaModFix/>
          </a:blip>
          <a:stretch>
            <a:fillRect/>
          </a:stretch>
        </p:blipFill>
        <p:spPr>
          <a:xfrm>
            <a:off x="4451250" y="983400"/>
            <a:ext cx="4552950" cy="1902401"/>
          </a:xfrm>
          <a:prstGeom prst="rect">
            <a:avLst/>
          </a:prstGeom>
          <a:noFill/>
          <a:ln>
            <a:noFill/>
          </a:ln>
        </p:spPr>
      </p:pic>
      <p:pic>
        <p:nvPicPr>
          <p:cNvPr id="222" name="Google Shape;222;g3939b079c03_0_117"/>
          <p:cNvPicPr preferRelativeResize="0"/>
          <p:nvPr/>
        </p:nvPicPr>
        <p:blipFill>
          <a:blip r:embed="rId6">
            <a:alphaModFix/>
          </a:blip>
          <a:stretch>
            <a:fillRect/>
          </a:stretch>
        </p:blipFill>
        <p:spPr>
          <a:xfrm>
            <a:off x="4451250" y="2988900"/>
            <a:ext cx="4552950" cy="1978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939b079c03_0_122"/>
          <p:cNvSpPr txBox="1"/>
          <p:nvPr>
            <p:ph type="title"/>
          </p:nvPr>
        </p:nvSpPr>
        <p:spPr>
          <a:xfrm>
            <a:off x="508000" y="457200"/>
            <a:ext cx="6447600" cy="99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b="1" lang="en-IN">
                <a:latin typeface="Merriweather"/>
                <a:ea typeface="Merriweather"/>
                <a:cs typeface="Merriweather"/>
                <a:sym typeface="Merriweather"/>
              </a:rPr>
              <a:t>Team Working Agreement</a:t>
            </a:r>
            <a:endParaRPr b="1">
              <a:latin typeface="Merriweather"/>
              <a:ea typeface="Merriweather"/>
              <a:cs typeface="Merriweather"/>
              <a:sym typeface="Merriweather"/>
            </a:endParaRPr>
          </a:p>
        </p:txBody>
      </p:sp>
      <p:sp>
        <p:nvSpPr>
          <p:cNvPr id="228" name="Google Shape;228;g3939b079c03_0_122"/>
          <p:cNvSpPr txBox="1"/>
          <p:nvPr>
            <p:ph idx="2" type="body"/>
          </p:nvPr>
        </p:nvSpPr>
        <p:spPr>
          <a:xfrm>
            <a:off x="508000" y="1101300"/>
            <a:ext cx="4282500" cy="3853200"/>
          </a:xfrm>
          <a:prstGeom prst="rect">
            <a:avLst/>
          </a:prstGeom>
        </p:spPr>
        <p:txBody>
          <a:bodyPr anchorCtr="0" anchor="t" bIns="34275" lIns="68575" spcFirstLastPara="1" rIns="68575" wrap="square" tIns="34275">
            <a:noAutofit/>
          </a:bodyPr>
          <a:lstStyle/>
          <a:p>
            <a:pPr indent="0" lvl="0" marL="0" rtl="0" algn="l">
              <a:spcBef>
                <a:spcPts val="750"/>
              </a:spcBef>
              <a:spcAft>
                <a:spcPts val="0"/>
              </a:spcAft>
              <a:buClr>
                <a:schemeClr val="dk1"/>
              </a:buClr>
              <a:buSzPts val="1100"/>
              <a:buFont typeface="Arial"/>
              <a:buNone/>
            </a:pPr>
            <a:r>
              <a:rPr b="1" lang="en-IN" sz="1400">
                <a:solidFill>
                  <a:schemeClr val="dk1"/>
                </a:solidFill>
              </a:rPr>
              <a:t>Participation:</a:t>
            </a:r>
            <a:endParaRPr b="1" sz="1400">
              <a:solidFill>
                <a:schemeClr val="dk1"/>
              </a:solidFill>
            </a:endParaRPr>
          </a:p>
          <a:p>
            <a:pPr indent="-317500" lvl="0" marL="457200" rtl="0" algn="l">
              <a:spcBef>
                <a:spcPts val="750"/>
              </a:spcBef>
              <a:spcAft>
                <a:spcPts val="0"/>
              </a:spcAft>
              <a:buClr>
                <a:schemeClr val="dk1"/>
              </a:buClr>
              <a:buSzPts val="1400"/>
              <a:buChar char="►"/>
            </a:pPr>
            <a:r>
              <a:rPr lang="en-IN" sz="1400">
                <a:solidFill>
                  <a:schemeClr val="dk1"/>
                </a:solidFill>
              </a:rPr>
              <a:t>Attend all scheduled meetings on time</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Come prepared with progress updates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Inform team leader in advance if absent</a:t>
            </a:r>
            <a:endParaRPr sz="1400">
              <a:solidFill>
                <a:schemeClr val="dk1"/>
              </a:solidFill>
            </a:endParaRPr>
          </a:p>
          <a:p>
            <a:pPr indent="0" lvl="0" marL="0" rtl="0" algn="l">
              <a:spcBef>
                <a:spcPts val="750"/>
              </a:spcBef>
              <a:spcAft>
                <a:spcPts val="0"/>
              </a:spcAft>
              <a:buClr>
                <a:schemeClr val="dk1"/>
              </a:buClr>
              <a:buSzPts val="1100"/>
              <a:buFont typeface="Arial"/>
              <a:buNone/>
            </a:pPr>
            <a:r>
              <a:rPr b="1" lang="en-IN" sz="1400">
                <a:solidFill>
                  <a:schemeClr val="dk1"/>
                </a:solidFill>
              </a:rPr>
              <a:t>Meetings</a:t>
            </a:r>
            <a:r>
              <a:rPr b="1" lang="en-IN" sz="1400">
                <a:solidFill>
                  <a:schemeClr val="dk1"/>
                </a:solidFill>
              </a:rPr>
              <a:t>:</a:t>
            </a:r>
            <a:endParaRPr b="1" sz="1400">
              <a:solidFill>
                <a:schemeClr val="dk1"/>
              </a:solidFill>
            </a:endParaRPr>
          </a:p>
          <a:p>
            <a:pPr indent="-317500" lvl="0" marL="457200" rtl="0" algn="l">
              <a:spcBef>
                <a:spcPts val="750"/>
              </a:spcBef>
              <a:spcAft>
                <a:spcPts val="0"/>
              </a:spcAft>
              <a:buClr>
                <a:schemeClr val="dk1"/>
              </a:buClr>
              <a:buSzPts val="1400"/>
              <a:buChar char="►"/>
            </a:pPr>
            <a:r>
              <a:rPr lang="en-IN" sz="1400">
                <a:solidFill>
                  <a:schemeClr val="dk1"/>
                </a:solidFill>
              </a:rPr>
              <a:t>Weekly meeting (Zoom/Google Meet)</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Team leader schedules and shares meeting links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Meeting minutes are recorded after each session</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Active participation and idea contribution expected</a:t>
            </a:r>
            <a:endParaRPr sz="1400">
              <a:solidFill>
                <a:schemeClr val="dk1"/>
              </a:solidFill>
            </a:endParaRPr>
          </a:p>
          <a:p>
            <a:pPr indent="0" lvl="0" marL="0" rtl="0" algn="l">
              <a:spcBef>
                <a:spcPts val="750"/>
              </a:spcBef>
              <a:spcAft>
                <a:spcPts val="0"/>
              </a:spcAft>
              <a:buNone/>
            </a:pPr>
            <a:r>
              <a:rPr b="1" lang="en-IN" sz="1400">
                <a:solidFill>
                  <a:schemeClr val="dk1"/>
                </a:solidFill>
              </a:rPr>
              <a:t>Work Quality &amp; Collaboration:</a:t>
            </a:r>
            <a:endParaRPr b="1" sz="1400">
              <a:solidFill>
                <a:schemeClr val="dk1"/>
              </a:solidFill>
            </a:endParaRPr>
          </a:p>
          <a:p>
            <a:pPr indent="-317500" lvl="0" marL="457200" rtl="0" algn="l">
              <a:spcBef>
                <a:spcPts val="750"/>
              </a:spcBef>
              <a:spcAft>
                <a:spcPts val="0"/>
              </a:spcAft>
              <a:buClr>
                <a:schemeClr val="dk1"/>
              </a:buClr>
              <a:buSzPts val="1400"/>
              <a:buChar char="►"/>
            </a:pPr>
            <a:r>
              <a:rPr lang="en-IN" sz="1400">
                <a:solidFill>
                  <a:schemeClr val="dk1"/>
                </a:solidFill>
              </a:rPr>
              <a:t>Share work early for feedback</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Maintain professionalism and accountability</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Ensure alignment with project goals</a:t>
            </a:r>
            <a:endParaRPr sz="1400">
              <a:solidFill>
                <a:schemeClr val="dk1"/>
              </a:solidFill>
            </a:endParaRPr>
          </a:p>
        </p:txBody>
      </p:sp>
      <p:sp>
        <p:nvSpPr>
          <p:cNvPr id="229" name="Google Shape;229;g3939b079c03_0_122"/>
          <p:cNvSpPr txBox="1"/>
          <p:nvPr>
            <p:ph idx="4" type="body"/>
          </p:nvPr>
        </p:nvSpPr>
        <p:spPr>
          <a:xfrm>
            <a:off x="4651850" y="1101300"/>
            <a:ext cx="4282500" cy="3853200"/>
          </a:xfrm>
          <a:prstGeom prst="rect">
            <a:avLst/>
          </a:prstGeom>
        </p:spPr>
        <p:txBody>
          <a:bodyPr anchorCtr="0" anchor="t" bIns="34275" lIns="68575" spcFirstLastPara="1" rIns="68575" wrap="square" tIns="34275">
            <a:noAutofit/>
          </a:bodyPr>
          <a:lstStyle/>
          <a:p>
            <a:pPr indent="0" lvl="0" marL="0" rtl="0" algn="l">
              <a:spcBef>
                <a:spcPts val="750"/>
              </a:spcBef>
              <a:spcAft>
                <a:spcPts val="0"/>
              </a:spcAft>
              <a:buNone/>
            </a:pPr>
            <a:r>
              <a:rPr b="1" lang="en-IN" sz="1400">
                <a:solidFill>
                  <a:schemeClr val="dk1"/>
                </a:solidFill>
              </a:rPr>
              <a:t>Work Division &amp; Ownership:</a:t>
            </a:r>
            <a:endParaRPr b="1" sz="1400">
              <a:solidFill>
                <a:schemeClr val="dk1"/>
              </a:solidFill>
            </a:endParaRPr>
          </a:p>
          <a:p>
            <a:pPr indent="-317500" lvl="0" marL="457200" rtl="0" algn="l">
              <a:spcBef>
                <a:spcPts val="750"/>
              </a:spcBef>
              <a:spcAft>
                <a:spcPts val="0"/>
              </a:spcAft>
              <a:buClr>
                <a:schemeClr val="dk1"/>
              </a:buClr>
              <a:buSzPts val="1400"/>
              <a:buChar char="►"/>
            </a:pPr>
            <a:r>
              <a:rPr lang="en-IN" sz="1400">
                <a:solidFill>
                  <a:schemeClr val="dk1"/>
                </a:solidFill>
              </a:rPr>
              <a:t>Tasks assigned during sprint planning</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Equal responsibility distribution</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Meet agreed deadlines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Early communication for blockers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Team support during high workload</a:t>
            </a:r>
            <a:endParaRPr sz="1400">
              <a:solidFill>
                <a:schemeClr val="dk1"/>
              </a:solidFill>
            </a:endParaRPr>
          </a:p>
          <a:p>
            <a:pPr indent="0" lvl="0" marL="0" rtl="0" algn="l">
              <a:spcBef>
                <a:spcPts val="750"/>
              </a:spcBef>
              <a:spcAft>
                <a:spcPts val="0"/>
              </a:spcAft>
              <a:buNone/>
            </a:pPr>
            <a:r>
              <a:rPr b="1" lang="en-IN" sz="1400">
                <a:solidFill>
                  <a:schemeClr val="dk1"/>
                </a:solidFill>
              </a:rPr>
              <a:t>Communication:</a:t>
            </a:r>
            <a:endParaRPr b="1" sz="1400">
              <a:solidFill>
                <a:schemeClr val="dk1"/>
              </a:solidFill>
            </a:endParaRPr>
          </a:p>
          <a:p>
            <a:pPr indent="-317500" lvl="0" marL="457200" rtl="0" algn="l">
              <a:spcBef>
                <a:spcPts val="750"/>
              </a:spcBef>
              <a:spcAft>
                <a:spcPts val="0"/>
              </a:spcAft>
              <a:buClr>
                <a:schemeClr val="dk1"/>
              </a:buClr>
              <a:buSzPts val="1400"/>
              <a:buChar char="►"/>
            </a:pPr>
            <a:r>
              <a:rPr lang="en-IN" sz="1400">
                <a:solidFill>
                  <a:schemeClr val="dk1"/>
                </a:solidFill>
              </a:rPr>
              <a:t>Zoom / Google Meet – Sprint meetings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WhatsApp Group – Quick updates &amp; urgent communication</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Google Docs – Collaborative deliverables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Project Tools – Track tasks, bugs, attendance, and plans</a:t>
            </a:r>
            <a:endParaRPr sz="1400">
              <a:solidFill>
                <a:schemeClr val="dk1"/>
              </a:solidFill>
            </a:endParaRPr>
          </a:p>
          <a:p>
            <a:pPr indent="-317500" lvl="0" marL="457200" rtl="0" algn="l">
              <a:spcBef>
                <a:spcPts val="0"/>
              </a:spcBef>
              <a:spcAft>
                <a:spcPts val="0"/>
              </a:spcAft>
              <a:buClr>
                <a:schemeClr val="dk1"/>
              </a:buClr>
              <a:buSzPts val="1400"/>
              <a:buChar char="►"/>
            </a:pPr>
            <a:r>
              <a:rPr lang="en-IN" sz="1400">
                <a:solidFill>
                  <a:schemeClr val="dk1"/>
                </a:solidFill>
              </a:rPr>
              <a:t>Cameras encouraged for transparency and trust</a:t>
            </a:r>
            <a:endParaRPr sz="14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939b079c03_0_127"/>
          <p:cNvSpPr txBox="1"/>
          <p:nvPr>
            <p:ph type="title"/>
          </p:nvPr>
        </p:nvSpPr>
        <p:spPr>
          <a:xfrm>
            <a:off x="508000" y="457200"/>
            <a:ext cx="6447600" cy="9906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b="1" lang="en-IN">
                <a:latin typeface="Merriweather"/>
                <a:ea typeface="Merriweather"/>
                <a:cs typeface="Merriweather"/>
                <a:sym typeface="Merriweather"/>
              </a:rPr>
              <a:t>Retrospective</a:t>
            </a:r>
            <a:endParaRPr b="1">
              <a:latin typeface="Merriweather"/>
              <a:ea typeface="Merriweather"/>
              <a:cs typeface="Merriweather"/>
              <a:sym typeface="Merriweather"/>
            </a:endParaRPr>
          </a:p>
        </p:txBody>
      </p:sp>
      <p:sp>
        <p:nvSpPr>
          <p:cNvPr id="235" name="Google Shape;235;g3939b079c03_0_127"/>
          <p:cNvSpPr txBox="1"/>
          <p:nvPr>
            <p:ph idx="1" type="body"/>
          </p:nvPr>
        </p:nvSpPr>
        <p:spPr>
          <a:xfrm>
            <a:off x="508000" y="1103550"/>
            <a:ext cx="8203200" cy="2085900"/>
          </a:xfrm>
          <a:prstGeom prst="rect">
            <a:avLst/>
          </a:prstGeom>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lang="en-IN" sz="1500">
                <a:solidFill>
                  <a:schemeClr val="dk1"/>
                </a:solidFill>
              </a:rPr>
              <a:t>✅ What Went Well</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rPr>
              <a:t>Clear communication helped the team align on the RippleWealth vision and problem statement</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rPr>
              <a:t>Strong collaboration during requirement analysis and persona definition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rPr>
              <a:t>Well-defined roles and responsibilities improved ownership and accountability</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rPr>
              <a:t>Core technologies and tools were identified, giving clear technical direction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rPr>
              <a:t>Team recognized early that additional learning is needed for implementation readiness</a:t>
            </a:r>
            <a:endParaRPr sz="1500">
              <a:solidFill>
                <a:schemeClr val="dk1"/>
              </a:solidFill>
            </a:endParaRPr>
          </a:p>
          <a:p>
            <a:pPr indent="0" lvl="0" marL="0" rtl="0" algn="l">
              <a:lnSpc>
                <a:spcPct val="115000"/>
              </a:lnSpc>
              <a:spcBef>
                <a:spcPts val="0"/>
              </a:spcBef>
              <a:spcAft>
                <a:spcPts val="0"/>
              </a:spcAft>
              <a:buNone/>
            </a:pPr>
            <a:r>
              <a:t/>
            </a:r>
            <a:endParaRPr sz="1500">
              <a:solidFill>
                <a:schemeClr val="dk1"/>
              </a:solidFill>
            </a:endParaRPr>
          </a:p>
        </p:txBody>
      </p:sp>
      <p:sp>
        <p:nvSpPr>
          <p:cNvPr id="236" name="Google Shape;236;g3939b079c03_0_127"/>
          <p:cNvSpPr txBox="1"/>
          <p:nvPr>
            <p:ph idx="2" type="body"/>
          </p:nvPr>
        </p:nvSpPr>
        <p:spPr>
          <a:xfrm>
            <a:off x="508000" y="3126425"/>
            <a:ext cx="6993000" cy="1613700"/>
          </a:xfrm>
          <a:prstGeom prst="rect">
            <a:avLst/>
          </a:prstGeom>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lang="en-IN" sz="1500">
                <a:solidFill>
                  <a:schemeClr val="dk1"/>
                </a:solidFill>
              </a:rPr>
              <a:t>⚠️ What Can Be Improved</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rPr>
              <a:t>Meeting schedules need better planning to ensure full team availability</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rPr>
              <a:t>More consistent participation is needed from all members during discussions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rPr>
              <a:t>Task breakdown should be more detailed for better effort estimation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rPr>
              <a:t>Progress visibility needs to be more structured and regularly updated</a:t>
            </a:r>
            <a:endParaRPr sz="1500">
              <a:solidFill>
                <a:schemeClr val="dk1"/>
              </a:solidFill>
            </a:endParaRPr>
          </a:p>
          <a:p>
            <a:pPr indent="0" lvl="0" marL="0" rtl="0" algn="l">
              <a:lnSpc>
                <a:spcPct val="115000"/>
              </a:lnSpc>
              <a:spcBef>
                <a:spcPts val="0"/>
              </a:spcBef>
              <a:spcAft>
                <a:spcPts val="0"/>
              </a:spcAft>
              <a:buNone/>
            </a:pPr>
            <a:r>
              <a:t/>
            </a:r>
            <a:endParaRPr sz="15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939d14fa09_0_12"/>
          <p:cNvSpPr txBox="1"/>
          <p:nvPr>
            <p:ph type="title"/>
          </p:nvPr>
        </p:nvSpPr>
        <p:spPr>
          <a:xfrm>
            <a:off x="508000" y="469807"/>
            <a:ext cx="6447600" cy="5388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b="1" lang="en-IN">
                <a:latin typeface="Merriweather"/>
                <a:ea typeface="Merriweather"/>
                <a:cs typeface="Merriweather"/>
                <a:sym typeface="Merriweather"/>
              </a:rPr>
              <a:t>Retrospective</a:t>
            </a:r>
            <a:endParaRPr b="1">
              <a:latin typeface="Merriweather"/>
              <a:ea typeface="Merriweather"/>
              <a:cs typeface="Merriweather"/>
              <a:sym typeface="Merriweather"/>
            </a:endParaRPr>
          </a:p>
        </p:txBody>
      </p:sp>
      <p:sp>
        <p:nvSpPr>
          <p:cNvPr id="242" name="Google Shape;242;g3939d14fa09_0_12"/>
          <p:cNvSpPr txBox="1"/>
          <p:nvPr>
            <p:ph idx="2" type="body"/>
          </p:nvPr>
        </p:nvSpPr>
        <p:spPr>
          <a:xfrm>
            <a:off x="508000" y="1114655"/>
            <a:ext cx="6993000" cy="625200"/>
          </a:xfrm>
          <a:prstGeom prst="rect">
            <a:avLst/>
          </a:prstGeom>
        </p:spPr>
        <p:txBody>
          <a:bodyPr anchorCtr="0" anchor="t" bIns="34275" lIns="68575" spcFirstLastPara="1" rIns="68575" wrap="square" tIns="34275">
            <a:noAutofit/>
          </a:bodyPr>
          <a:lstStyle/>
          <a:p>
            <a:pPr indent="0" lvl="0" marL="0" rtl="0" algn="l">
              <a:lnSpc>
                <a:spcPct val="115000"/>
              </a:lnSpc>
              <a:spcBef>
                <a:spcPts val="0"/>
              </a:spcBef>
              <a:spcAft>
                <a:spcPts val="0"/>
              </a:spcAft>
              <a:buClr>
                <a:schemeClr val="dk1"/>
              </a:buClr>
              <a:buSzPts val="770"/>
              <a:buFont typeface="Arial"/>
              <a:buNone/>
            </a:pPr>
            <a:r>
              <a:rPr b="1" lang="en-IN" sz="1500">
                <a:solidFill>
                  <a:schemeClr val="dk1"/>
                </a:solidFill>
              </a:rPr>
              <a:t>Improvement Actions (Added to Sprint 1 Backlog)</a:t>
            </a:r>
            <a:endParaRPr b="1" sz="1500">
              <a:solidFill>
                <a:schemeClr val="dk1"/>
              </a:solidFill>
            </a:endParaRPr>
          </a:p>
          <a:p>
            <a:pPr indent="0" lvl="0" marL="0" rtl="0" algn="l">
              <a:lnSpc>
                <a:spcPct val="115000"/>
              </a:lnSpc>
              <a:spcBef>
                <a:spcPts val="1000"/>
              </a:spcBef>
              <a:spcAft>
                <a:spcPts val="0"/>
              </a:spcAft>
              <a:buClr>
                <a:schemeClr val="dk1"/>
              </a:buClr>
              <a:buSzPts val="770"/>
              <a:buFont typeface="Arial"/>
              <a:buNone/>
            </a:pPr>
            <a:r>
              <a:rPr lang="en-IN" sz="1500">
                <a:solidFill>
                  <a:schemeClr val="dk1"/>
                </a:solidFill>
              </a:rPr>
              <a:t>Sprint 1 Backlog — Process Improvement Tasks</a:t>
            </a:r>
            <a:endParaRPr sz="1500">
              <a:solidFill>
                <a:schemeClr val="dk1"/>
              </a:solidFill>
            </a:endParaRPr>
          </a:p>
          <a:p>
            <a:pPr indent="0" lvl="0" marL="0" rtl="0" algn="l">
              <a:lnSpc>
                <a:spcPct val="115000"/>
              </a:lnSpc>
              <a:spcBef>
                <a:spcPts val="0"/>
              </a:spcBef>
              <a:spcAft>
                <a:spcPts val="0"/>
              </a:spcAft>
              <a:buSzPts val="770"/>
              <a:buNone/>
            </a:pPr>
            <a:r>
              <a:t/>
            </a:r>
            <a:endParaRPr sz="1500">
              <a:solidFill>
                <a:schemeClr val="dk1"/>
              </a:solidFill>
            </a:endParaRPr>
          </a:p>
        </p:txBody>
      </p:sp>
      <p:sp>
        <p:nvSpPr>
          <p:cNvPr id="243" name="Google Shape;243;g3939d14fa09_0_12"/>
          <p:cNvSpPr txBox="1"/>
          <p:nvPr/>
        </p:nvSpPr>
        <p:spPr>
          <a:xfrm>
            <a:off x="508000" y="1903625"/>
            <a:ext cx="3542400" cy="291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IN" sz="1500">
                <a:solidFill>
                  <a:schemeClr val="dk1"/>
                </a:solidFill>
              </a:rPr>
              <a:t>Action 1 — Structured Mid-Sprint Progress Check-Ins</a:t>
            </a:r>
            <a:endParaRPr b="1" sz="1500">
              <a:solidFill>
                <a:schemeClr val="dk1"/>
              </a:solidFill>
            </a:endParaRPr>
          </a:p>
          <a:p>
            <a:pPr indent="-323850" lvl="0" marL="457200" rtl="0" algn="l">
              <a:lnSpc>
                <a:spcPct val="115000"/>
              </a:lnSpc>
              <a:spcBef>
                <a:spcPts val="1000"/>
              </a:spcBef>
              <a:spcAft>
                <a:spcPts val="0"/>
              </a:spcAft>
              <a:buClr>
                <a:schemeClr val="dk1"/>
              </a:buClr>
              <a:buSzPts val="1500"/>
              <a:buChar char="●"/>
            </a:pPr>
            <a:r>
              <a:rPr lang="en-IN" sz="1500">
                <a:solidFill>
                  <a:schemeClr val="dk1"/>
                </a:solidFill>
              </a:rPr>
              <a:t>Conduct one mandatory mid-sprint review meeting</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rPr>
              <a:t>Identify blockers early</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rPr>
              <a:t>Adjust task assignments if needed</a:t>
            </a:r>
            <a:endParaRPr sz="1500">
              <a:solidFill>
                <a:schemeClr val="dk1"/>
              </a:solidFill>
            </a:endParaRPr>
          </a:p>
          <a:p>
            <a:pPr indent="0" lvl="0" marL="0" rtl="0" algn="l">
              <a:lnSpc>
                <a:spcPct val="115000"/>
              </a:lnSpc>
              <a:spcBef>
                <a:spcPts val="1000"/>
              </a:spcBef>
              <a:spcAft>
                <a:spcPts val="0"/>
              </a:spcAft>
              <a:buNone/>
            </a:pPr>
            <a:r>
              <a:rPr b="1" lang="en-IN" sz="1500">
                <a:solidFill>
                  <a:schemeClr val="dk1"/>
                </a:solidFill>
              </a:rPr>
              <a:t>Sprint 1 Backlog Task:</a:t>
            </a:r>
            <a:r>
              <a:rPr lang="en-IN" sz="1500">
                <a:solidFill>
                  <a:schemeClr val="dk1"/>
                </a:solidFill>
              </a:rPr>
              <a:t> Mid-Sprint Review Meeting Setup</a:t>
            </a:r>
            <a:endParaRPr sz="1500">
              <a:solidFill>
                <a:srgbClr val="3F3F3F"/>
              </a:solidFill>
            </a:endParaRPr>
          </a:p>
        </p:txBody>
      </p:sp>
      <p:sp>
        <p:nvSpPr>
          <p:cNvPr id="244" name="Google Shape;244;g3939d14fa09_0_12"/>
          <p:cNvSpPr txBox="1"/>
          <p:nvPr/>
        </p:nvSpPr>
        <p:spPr>
          <a:xfrm>
            <a:off x="3930375" y="1903625"/>
            <a:ext cx="4251300" cy="279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1500">
                <a:solidFill>
                  <a:schemeClr val="dk1"/>
                </a:solidFill>
              </a:rPr>
              <a:t>Action 2 — Better Task Breakdown &amp; Tracking</a:t>
            </a:r>
            <a:endParaRPr b="1" sz="1500">
              <a:solidFill>
                <a:schemeClr val="dk1"/>
              </a:solidFill>
            </a:endParaRPr>
          </a:p>
          <a:p>
            <a:pPr indent="-323850" lvl="0" marL="457200" rtl="0" algn="l">
              <a:lnSpc>
                <a:spcPct val="115000"/>
              </a:lnSpc>
              <a:spcBef>
                <a:spcPts val="1000"/>
              </a:spcBef>
              <a:spcAft>
                <a:spcPts val="0"/>
              </a:spcAft>
              <a:buClr>
                <a:schemeClr val="dk1"/>
              </a:buClr>
              <a:buSzPts val="1500"/>
              <a:buChar char="●"/>
            </a:pPr>
            <a:r>
              <a:rPr lang="en-IN" sz="1500">
                <a:solidFill>
                  <a:schemeClr val="dk1"/>
                </a:solidFill>
              </a:rPr>
              <a:t>Break work into smaller, clearly defined tasks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rPr>
              <a:t>Track progress using sprint boards and issues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IN" sz="1500">
                <a:solidFill>
                  <a:schemeClr val="dk1"/>
                </a:solidFill>
              </a:rPr>
              <a:t>Require regular status updates</a:t>
            </a:r>
            <a:endParaRPr sz="1500">
              <a:solidFill>
                <a:schemeClr val="dk1"/>
              </a:solidFill>
            </a:endParaRPr>
          </a:p>
          <a:p>
            <a:pPr indent="0" lvl="0" marL="0" rtl="0" algn="l">
              <a:lnSpc>
                <a:spcPct val="115000"/>
              </a:lnSpc>
              <a:spcBef>
                <a:spcPts val="1000"/>
              </a:spcBef>
              <a:spcAft>
                <a:spcPts val="0"/>
              </a:spcAft>
              <a:buNone/>
            </a:pPr>
            <a:r>
              <a:rPr b="1" lang="en-IN" sz="1500">
                <a:solidFill>
                  <a:schemeClr val="dk1"/>
                </a:solidFill>
              </a:rPr>
              <a:t>Sprint 1 Backlog Task:</a:t>
            </a:r>
            <a:r>
              <a:rPr lang="en-IN" sz="1500">
                <a:solidFill>
                  <a:schemeClr val="dk1"/>
                </a:solidFill>
              </a:rPr>
              <a:t> Task Breakdown + Sprint Board Tracking</a:t>
            </a:r>
            <a:endParaRPr b="1" sz="15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939d14fa09_0_29"/>
          <p:cNvSpPr txBox="1"/>
          <p:nvPr>
            <p:ph type="title"/>
          </p:nvPr>
        </p:nvSpPr>
        <p:spPr>
          <a:xfrm>
            <a:off x="508000" y="469807"/>
            <a:ext cx="6447600" cy="5388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b="1" lang="en-IN">
                <a:latin typeface="Merriweather"/>
                <a:ea typeface="Merriweather"/>
                <a:cs typeface="Merriweather"/>
                <a:sym typeface="Merriweather"/>
              </a:rPr>
              <a:t>Retrospective</a:t>
            </a:r>
            <a:endParaRPr b="1">
              <a:latin typeface="Merriweather"/>
              <a:ea typeface="Merriweather"/>
              <a:cs typeface="Merriweather"/>
              <a:sym typeface="Merriweather"/>
            </a:endParaRPr>
          </a:p>
        </p:txBody>
      </p:sp>
      <p:sp>
        <p:nvSpPr>
          <p:cNvPr id="250" name="Google Shape;250;g3939d14fa09_0_29"/>
          <p:cNvSpPr txBox="1"/>
          <p:nvPr>
            <p:ph idx="2" type="body"/>
          </p:nvPr>
        </p:nvSpPr>
        <p:spPr>
          <a:xfrm>
            <a:off x="508000" y="1460407"/>
            <a:ext cx="6993000" cy="2939400"/>
          </a:xfrm>
          <a:prstGeom prst="rect">
            <a:avLst/>
          </a:prstGeom>
        </p:spPr>
        <p:txBody>
          <a:bodyPr anchorCtr="0" anchor="t" bIns="34275" lIns="68575" spcFirstLastPara="1" rIns="68575" wrap="square" tIns="34275">
            <a:noAutofit/>
          </a:bodyPr>
          <a:lstStyle/>
          <a:p>
            <a:pPr indent="0" lvl="0" marL="0" rtl="0" algn="l">
              <a:lnSpc>
                <a:spcPct val="115000"/>
              </a:lnSpc>
              <a:spcBef>
                <a:spcPts val="1000"/>
              </a:spcBef>
              <a:spcAft>
                <a:spcPts val="0"/>
              </a:spcAft>
              <a:buClr>
                <a:schemeClr val="dk1"/>
              </a:buClr>
              <a:buSzPts val="1100"/>
              <a:buFont typeface="Arial"/>
              <a:buNone/>
            </a:pPr>
            <a:r>
              <a:rPr lang="en-IN" sz="1600">
                <a:solidFill>
                  <a:schemeClr val="dk1"/>
                </a:solidFill>
              </a:rPr>
              <a:t>How We Will Do Things Differently?</a:t>
            </a:r>
            <a:endParaRPr sz="1600">
              <a:solidFill>
                <a:schemeClr val="dk1"/>
              </a:solidFill>
            </a:endParaRPr>
          </a:p>
          <a:p>
            <a:pPr indent="-330200" lvl="0" marL="457200" rtl="0" algn="l">
              <a:lnSpc>
                <a:spcPct val="115000"/>
              </a:lnSpc>
              <a:spcBef>
                <a:spcPts val="1000"/>
              </a:spcBef>
              <a:spcAft>
                <a:spcPts val="0"/>
              </a:spcAft>
              <a:buClr>
                <a:schemeClr val="dk1"/>
              </a:buClr>
              <a:buSzPts val="1600"/>
              <a:buChar char="●"/>
            </a:pPr>
            <a:r>
              <a:rPr lang="en-IN" sz="1600">
                <a:solidFill>
                  <a:schemeClr val="dk1"/>
                </a:solidFill>
              </a:rPr>
              <a:t>Use Slack as the primary communication platform</a:t>
            </a:r>
            <a:endParaRPr sz="1600">
              <a:solidFill>
                <a:schemeClr val="dk1"/>
              </a:solidFill>
            </a:endParaRPr>
          </a:p>
          <a:p>
            <a:pPr indent="-330200" lvl="0" marL="457200" rtl="0" algn="l">
              <a:lnSpc>
                <a:spcPct val="115000"/>
              </a:lnSpc>
              <a:spcBef>
                <a:spcPts val="1000"/>
              </a:spcBef>
              <a:spcAft>
                <a:spcPts val="0"/>
              </a:spcAft>
              <a:buClr>
                <a:schemeClr val="dk1"/>
              </a:buClr>
              <a:buSzPts val="1600"/>
              <a:buChar char="●"/>
            </a:pPr>
            <a:r>
              <a:rPr lang="en-IN" sz="1600">
                <a:solidFill>
                  <a:schemeClr val="dk1"/>
                </a:solidFill>
              </a:rPr>
              <a:t>Encourage peer support and knowledge sharing</a:t>
            </a:r>
            <a:endParaRPr sz="1600">
              <a:solidFill>
                <a:schemeClr val="dk1"/>
              </a:solidFill>
            </a:endParaRPr>
          </a:p>
          <a:p>
            <a:pPr indent="-330200" lvl="0" marL="457200" rtl="0" algn="l">
              <a:lnSpc>
                <a:spcPct val="115000"/>
              </a:lnSpc>
              <a:spcBef>
                <a:spcPts val="1000"/>
              </a:spcBef>
              <a:spcAft>
                <a:spcPts val="0"/>
              </a:spcAft>
              <a:buClr>
                <a:schemeClr val="dk1"/>
              </a:buClr>
              <a:buSzPts val="1600"/>
              <a:buChar char="●"/>
            </a:pPr>
            <a:r>
              <a:rPr lang="en-IN" sz="1600">
                <a:solidFill>
                  <a:schemeClr val="dk1"/>
                </a:solidFill>
              </a:rPr>
              <a:t>Discuss availability and deadlines before each sprint</a:t>
            </a:r>
            <a:endParaRPr sz="1600">
              <a:solidFill>
                <a:schemeClr val="dk1"/>
              </a:solidFill>
            </a:endParaRPr>
          </a:p>
          <a:p>
            <a:pPr indent="-330200" lvl="0" marL="457200" rtl="0" algn="l">
              <a:lnSpc>
                <a:spcPct val="115000"/>
              </a:lnSpc>
              <a:spcBef>
                <a:spcPts val="1000"/>
              </a:spcBef>
              <a:spcAft>
                <a:spcPts val="0"/>
              </a:spcAft>
              <a:buClr>
                <a:schemeClr val="dk1"/>
              </a:buClr>
              <a:buSzPts val="1600"/>
              <a:buChar char="●"/>
            </a:pPr>
            <a:r>
              <a:rPr lang="en-IN" sz="1600">
                <a:solidFill>
                  <a:schemeClr val="dk1"/>
                </a:solidFill>
              </a:rPr>
              <a:t>Assign clear task ownership to ensure accountability</a:t>
            </a:r>
            <a:endParaRPr sz="1600">
              <a:solidFill>
                <a:schemeClr val="dk1"/>
              </a:solidFill>
            </a:endParaRPr>
          </a:p>
          <a:p>
            <a:pPr indent="-330200" lvl="0" marL="457200" rtl="0" algn="l">
              <a:lnSpc>
                <a:spcPct val="115000"/>
              </a:lnSpc>
              <a:spcBef>
                <a:spcPts val="1000"/>
              </a:spcBef>
              <a:spcAft>
                <a:spcPts val="0"/>
              </a:spcAft>
              <a:buClr>
                <a:schemeClr val="dk1"/>
              </a:buClr>
              <a:buSzPts val="1600"/>
              <a:buChar char="●"/>
            </a:pPr>
            <a:r>
              <a:rPr lang="en-IN" sz="1600">
                <a:solidFill>
                  <a:schemeClr val="dk1"/>
                </a:solidFill>
              </a:rPr>
              <a:t>Track progress using GitHub, sprint boards and regular updates</a:t>
            </a:r>
            <a:endParaRPr sz="1600">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1000"/>
              </a:spcBef>
              <a:spcAft>
                <a:spcPts val="0"/>
              </a:spcAft>
              <a:buSzPts val="770"/>
              <a:buNone/>
            </a:pPr>
            <a:r>
              <a:t/>
            </a:r>
            <a:endParaRPr sz="162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939b079c03_0_132"/>
          <p:cNvSpPr txBox="1"/>
          <p:nvPr>
            <p:ph type="title"/>
          </p:nvPr>
        </p:nvSpPr>
        <p:spPr>
          <a:xfrm>
            <a:off x="508000" y="1207675"/>
            <a:ext cx="6447600" cy="4758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SzPts val="990"/>
              <a:buNone/>
            </a:pPr>
            <a:r>
              <a:rPr b="1" lang="en-IN" sz="2730">
                <a:latin typeface="Merriweather"/>
                <a:ea typeface="Merriweather"/>
                <a:cs typeface="Merriweather"/>
                <a:sym typeface="Merriweather"/>
              </a:rPr>
              <a:t>Wiki Page Link</a:t>
            </a:r>
            <a:endParaRPr b="1" sz="2730">
              <a:latin typeface="Merriweather"/>
              <a:ea typeface="Merriweather"/>
              <a:cs typeface="Merriweather"/>
              <a:sym typeface="Merriweather"/>
            </a:endParaRPr>
          </a:p>
        </p:txBody>
      </p:sp>
      <p:sp>
        <p:nvSpPr>
          <p:cNvPr id="256" name="Google Shape;256;g3939b079c03_0_132"/>
          <p:cNvSpPr txBox="1"/>
          <p:nvPr>
            <p:ph idx="1" type="body"/>
          </p:nvPr>
        </p:nvSpPr>
        <p:spPr>
          <a:xfrm>
            <a:off x="706300" y="2260050"/>
            <a:ext cx="6249300" cy="623400"/>
          </a:xfrm>
          <a:prstGeom prst="rect">
            <a:avLst/>
          </a:prstGeom>
        </p:spPr>
        <p:txBody>
          <a:bodyPr anchorCtr="0" anchor="t" bIns="34275" lIns="68575" spcFirstLastPara="1" rIns="68575" wrap="square" tIns="34275">
            <a:noAutofit/>
          </a:bodyPr>
          <a:lstStyle/>
          <a:p>
            <a:pPr indent="0" lvl="0" marL="0" rtl="0" algn="l">
              <a:lnSpc>
                <a:spcPct val="80000"/>
              </a:lnSpc>
              <a:spcBef>
                <a:spcPts val="750"/>
              </a:spcBef>
              <a:spcAft>
                <a:spcPts val="0"/>
              </a:spcAft>
              <a:buSzPts val="1018"/>
              <a:buNone/>
            </a:pPr>
            <a:r>
              <a:rPr lang="en-IN" sz="2000" u="sng">
                <a:solidFill>
                  <a:schemeClr val="hlink"/>
                </a:solidFill>
                <a:hlinkClick r:id="rId3"/>
              </a:rPr>
              <a:t>https://github.com/SharvaniKadarla/RippleWealth/wiki</a:t>
            </a:r>
            <a:endParaRPr sz="2000"/>
          </a:p>
          <a:p>
            <a:pPr indent="0" lvl="0" marL="0" rtl="0" algn="l">
              <a:lnSpc>
                <a:spcPct val="80000"/>
              </a:lnSpc>
              <a:spcBef>
                <a:spcPts val="750"/>
              </a:spcBef>
              <a:spcAft>
                <a:spcPts val="0"/>
              </a:spcAft>
              <a:buSzPts val="1018"/>
              <a:buNone/>
            </a:pPr>
            <a:r>
              <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939b079c03_0_137"/>
          <p:cNvSpPr txBox="1"/>
          <p:nvPr>
            <p:ph type="ctrTitle"/>
          </p:nvPr>
        </p:nvSpPr>
        <p:spPr>
          <a:xfrm>
            <a:off x="1659450" y="2262900"/>
            <a:ext cx="5825100" cy="6177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r>
              <a:rPr b="1" lang="en-IN"/>
              <a:t>Thank You</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2026-02-08T19:08:30Z</dcterms:created>
  <dc:creator>Sharvani Kadarla</dc:creator>
</cp:coreProperties>
</file>