
<file path=[Content_Types].xml><?xml version="1.0" encoding="utf-8"?>
<Types xmlns="http://schemas.openxmlformats.org/package/2006/content-types">
  <Default Extension="xml" ContentType="application/vnd.openxmlformats-officedocument.extended-properties+xml"/>
  <Default Extension="png" ContentType="image/png"/>
  <Default Extension="fntdata" ContentType="application/x-fontdata"/>
  <Default Extension="jpg" ContentType="image/jpeg"/>
  <Default Extension="rels" ContentType="application/vnd.openxmlformats-package.relationships+xml"/>
  <Override PartName="/docProps/core.xml" ContentType="application/vnd.openxmlformats-package.core-properties+xml"/>
  <Override PartName="/ppt/presentation.xml" ContentType="application/vnd.openxmlformats-officedocument.presentationml.presentation.main+xml"/>
  <Override PartName="/ppt/slides/slide12.xml" ContentType="application/vnd.openxmlformats-officedocument.presentationml.slide+xml"/>
  <Override PartName="/ppt/notesSlides/notesSlide12.xml" ContentType="application/vnd.openxmlformats-officedocument.presentationml.notesSlide+xml"/>
  <Override PartName="/ppt/notesMasters/notesMaster1.xml" ContentType="application/vnd.openxmlformats-officedocument.presentationml.notesMaster+xml"/>
  <Override PartName="/ppt/theme/theme2.xml" ContentType="application/vnd.openxmlformats-officedocument.theme+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Layouts/slideLayout13.xml" ContentType="application/vnd.openxmlformats-officedocument.presentationml.slideLayout+xml"/>
  <Override PartName="/ppt/slideLayouts/slideLayout18.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17.xml" ContentType="application/vnd.openxmlformats-officedocument.presentationml.slideLayout+xml"/>
  <Override PartName="/ppt/slideLayouts/slideLayout25.xml" ContentType="application/vnd.openxmlformats-officedocument.presentationml.slideLayout+xml"/>
  <Override PartName="/ppt/theme/theme1.xml" ContentType="application/vnd.openxmlformats-officedocument.theme+xml"/>
  <Override PartName="/ppt/slideLayouts/slideLayout20.xml" ContentType="application/vnd.openxmlformats-officedocument.presentationml.slideLayout+xml"/>
  <Override PartName="/ppt/slideLayouts/slideLayout29.xml" ContentType="application/vnd.openxmlformats-officedocument.presentationml.slideLayout+xml"/>
  <Override PartName="/ppt/slideLayouts/slideLayout1.xml" ContentType="application/vnd.openxmlformats-officedocument.presentationml.slideLayout+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8.xml" ContentType="application/vnd.openxmlformats-officedocument.presentationml.slideLayout+xml"/>
  <Override PartName="/ppt/slideLayouts/slideLayout10.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9.xml" ContentType="application/vnd.openxmlformats-officedocument.presentationml.slideLayout+xml"/>
  <Override PartName="/ppt/slideLayouts/slideLayout14.xml" ContentType="application/vnd.openxmlformats-officedocument.presentationml.slideLayout+xml"/>
  <Override PartName="/ppt/slideLayouts/slideLayout27.xml" ContentType="application/vnd.openxmlformats-officedocument.presentationml.slideLayout+xml"/>
  <Override PartName="/ppt/slideLayouts/slideLayout30.xml" ContentType="application/vnd.openxmlformats-officedocument.presentationml.slideLayout+xml"/>
  <Override PartName="/ppt/slideLayouts/slideLayout8.xml" ContentType="application/vnd.openxmlformats-officedocument.presentationml.slideLayout+xml"/>
  <Override PartName="/ppt/slides/slide17.xml" ContentType="application/vnd.openxmlformats-officedocument.presentationml.slide+xml"/>
  <Override PartName="/ppt/notesSlides/notesSlide17.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tableStyles.xml" ContentType="application/vnd.openxmlformats-officedocument.presentationml.tableStyles+xml"/>
  <Override PartName="/ppt/slides/slide6.xml" ContentType="application/vnd.openxmlformats-officedocument.presentationml.slide+xml"/>
  <Override PartName="/ppt/notesSlides/notesSlide6.xml" ContentType="application/vnd.openxmlformats-officedocument.presentationml.notesSlide+xml"/>
  <Override PartName="/ppt/slides/slide1.xml" ContentType="application/vnd.openxmlformats-officedocument.presentationml.slide+xml"/>
  <Override PartName="/ppt/notesSlides/notesSlide1.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viewProps.xml" ContentType="application/vnd.openxmlformats-officedocument.presentationml.viewProps+xml"/>
  <Override PartName="/ppt/slides/slide18.xml" ContentType="application/vnd.openxmlformats-officedocument.presentationml.slide+xml"/>
  <Override PartName="/ppt/notesSlides/notesSlide18.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metadata" ContentType="application/binary"/>
  <Override PartName="/ppt/slides/slide19.xml" ContentType="application/vnd.openxmlformats-officedocument.presentationml.slide+xml"/>
  <Override PartName="/ppt/notesSlides/notesSlide1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presProps.xml" ContentType="application/vnd.openxmlformats-officedocument.presentationml.presProps+xml"/>
  <Override PartName="/ppt/slides/slide3.xml" ContentType="application/vnd.openxmlformats-officedocument.presentationml.slide+xml"/>
  <Override PartName="/ppt/notesSlides/notesSlide3.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extended-properties" Target="/docProps/app.xml" Id="rId3" /><Relationship Type="http://schemas.openxmlformats.org/package/2006/relationships/metadata/core-properties" Target="/docProps/core.xml" Id="rId2" /><Relationship Type="http://schemas.openxmlformats.org/officeDocument/2006/relationships/officeDocument" Target="/ppt/presentation.xml" Id="rId1" /></Relationships>
</file>

<file path=ppt/presentation.xml><?xml version="1.0" encoding="utf-8"?>
<p:presentation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9144000" cy="5143500" type="screen16x9"/>
  <p:notesSz cx="8229600" cy="14630400"/>
  <p:embeddedFontLst>
    <p:embeddedFont>
      <p:font typeface="Fraunces" panose="020B0604020202020204" charset="0"/>
      <p:regular r:id="rId47"/>
      <p:bold r:id="rId48"/>
      <p:italic r:id="rId49"/>
      <p:boldItalic r:id="rId50"/>
    </p:embeddedFont>
    <p:embeddedFont>
      <p:font typeface="Fraunces ExtraBold" panose="020B0604020202020204" charset="0"/>
      <p:bold r:id="rId51"/>
      <p:boldItalic r:id="rId52"/>
    </p:embeddedFont>
    <p:embeddedFont>
      <p:font typeface="Nobile" panose="020B0604020202020204" charset="0"/>
      <p:regular r:id="rId53"/>
      <p:bold r:id="rId54"/>
      <p:italic r:id="rId55"/>
      <p:boldItalic r:id="rId5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59" roundtripDataSignature="AMtx7mhOybaEtFQUlFafPYgMiLhauEOwm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447" y="51"/>
      </p:cViewPr>
      <p:guideLst/>
    </p:cSldViewPr>
  </p:slideViewPr>
  <p:notesTextViewPr>
    <p:cViewPr>
      <p:scale>
        <a:sx n="1" d="1"/>
        <a:sy n="1" d="1"/>
      </p:scale>
      <p:origin x="0" y="0"/>
    </p:cViewPr>
  </p:notesTextViewPr>
  <p:gridSpacing cx="72008" cy="72008"/>
</p:viewPr>
</file>

<file path=ppt/_rels/presentation.xml.rels>&#65279;<?xml version="1.0" encoding="utf-8"?><Relationships xmlns="http://schemas.openxmlformats.org/package/2006/relationships"><Relationship Type="http://schemas.openxmlformats.org/officeDocument/2006/relationships/slide" Target="/ppt/slides/slide12.xml" Id="rId13" /><Relationship Type="http://schemas.openxmlformats.org/officeDocument/2006/relationships/slide" Target="/ppt/slides/slide17.xml" Id="rId18" /><Relationship Type="http://schemas.openxmlformats.org/officeDocument/2006/relationships/slide" Target="/ppt/slides/slide25.xml" Id="rId26" /><Relationship Type="http://schemas.openxmlformats.org/officeDocument/2006/relationships/slide" Target="/ppt/slides/slide38.xml" Id="rId39" /><Relationship Type="http://schemas.openxmlformats.org/officeDocument/2006/relationships/slide" Target="/ppt/slides/slide20.xml" Id="rId21" /><Relationship Type="http://schemas.openxmlformats.org/officeDocument/2006/relationships/slide" Target="/ppt/slides/slide33.xml" Id="rId34" /><Relationship Type="http://schemas.openxmlformats.org/officeDocument/2006/relationships/slide" Target="/ppt/slides/slide41.xml" Id="rId42" /><Relationship Type="http://schemas.openxmlformats.org/officeDocument/2006/relationships/font" Target="/ppt/fonts/font1.fntdata" Id="rId47" /><Relationship Type="http://schemas.openxmlformats.org/officeDocument/2006/relationships/font" Target="/ppt/fonts/font4.fntdata" Id="rId50" /><Relationship Type="http://schemas.openxmlformats.org/officeDocument/2006/relationships/font" Target="/ppt/fonts/font9.fntdata" Id="rId55" /><Relationship Type="http://schemas.openxmlformats.org/officeDocument/2006/relationships/tableStyles" Target="/ppt/tableStyles.xml" Id="rId63" /><Relationship Type="http://schemas.openxmlformats.org/officeDocument/2006/relationships/slide" Target="/ppt/slides/slide6.xml" Id="rId7" /><Relationship Type="http://schemas.openxmlformats.org/officeDocument/2006/relationships/slide" Target="/ppt/slides/slide1.xml" Id="rId2" /><Relationship Type="http://schemas.openxmlformats.org/officeDocument/2006/relationships/slide" Target="/ppt/slides/slide15.xml" Id="rId16" /><Relationship Type="http://schemas.openxmlformats.org/officeDocument/2006/relationships/slide" Target="/ppt/slides/slide28.xml" Id="rId29" /><Relationship Type="http://schemas.openxmlformats.org/officeDocument/2006/relationships/slide" Target="/ppt/slides/slide10.xml" Id="rId11" /><Relationship Type="http://schemas.openxmlformats.org/officeDocument/2006/relationships/slide" Target="/ppt/slides/slide23.xml" Id="rId24" /><Relationship Type="http://schemas.openxmlformats.org/officeDocument/2006/relationships/slide" Target="/ppt/slides/slide31.xml" Id="rId32" /><Relationship Type="http://schemas.openxmlformats.org/officeDocument/2006/relationships/slide" Target="/ppt/slides/slide36.xml" Id="rId37" /><Relationship Type="http://schemas.openxmlformats.org/officeDocument/2006/relationships/slide" Target="/ppt/slides/slide39.xml" Id="rId40" /><Relationship Type="http://schemas.openxmlformats.org/officeDocument/2006/relationships/slide" Target="/ppt/slides/slide44.xml" Id="rId45" /><Relationship Type="http://schemas.openxmlformats.org/officeDocument/2006/relationships/font" Target="/ppt/fonts/font7.fntdata" Id="rId53" /><Relationship Type="http://schemas.openxmlformats.org/officeDocument/2006/relationships/slide" Target="/ppt/slides/slide4.xml" Id="rId5" /><Relationship Type="http://schemas.openxmlformats.org/officeDocument/2006/relationships/viewProps" Target="/ppt/viewProps.xml" Id="rId61" /><Relationship Type="http://schemas.openxmlformats.org/officeDocument/2006/relationships/slide" Target="/ppt/slides/slide18.xml" Id="rId19" /><Relationship Type="http://schemas.openxmlformats.org/officeDocument/2006/relationships/slide" Target="/ppt/slides/slide13.xml" Id="rId14" /><Relationship Type="http://schemas.openxmlformats.org/officeDocument/2006/relationships/slide" Target="/ppt/slides/slide21.xml" Id="rId22" /><Relationship Type="http://schemas.openxmlformats.org/officeDocument/2006/relationships/slide" Target="/ppt/slides/slide26.xml" Id="rId27" /><Relationship Type="http://schemas.openxmlformats.org/officeDocument/2006/relationships/slide" Target="/ppt/slides/slide29.xml" Id="rId30" /><Relationship Type="http://schemas.openxmlformats.org/officeDocument/2006/relationships/slide" Target="/ppt/slides/slide34.xml" Id="rId35" /><Relationship Type="http://schemas.openxmlformats.org/officeDocument/2006/relationships/slide" Target="/ppt/slides/slide42.xml" Id="rId43" /><Relationship Type="http://schemas.openxmlformats.org/officeDocument/2006/relationships/font" Target="/ppt/fonts/font2.fntdata" Id="rId48" /><Relationship Type="http://schemas.openxmlformats.org/officeDocument/2006/relationships/font" Target="/ppt/fonts/font10.fntdata" Id="rId56" /><Relationship Type="http://schemas.openxmlformats.org/officeDocument/2006/relationships/slide" Target="/ppt/slides/slide7.xml" Id="rId8" /><Relationship Type="http://schemas.openxmlformats.org/officeDocument/2006/relationships/font" Target="/ppt/fonts/font5.fntdata" Id="rId51" /><Relationship Type="http://schemas.openxmlformats.org/officeDocument/2006/relationships/slide" Target="/ppt/slides/slide2.xml" Id="rId3" /><Relationship Type="http://schemas.openxmlformats.org/officeDocument/2006/relationships/slide" Target="/ppt/slides/slide11.xml" Id="rId12" /><Relationship Type="http://schemas.openxmlformats.org/officeDocument/2006/relationships/slide" Target="/ppt/slides/slide16.xml" Id="rId17" /><Relationship Type="http://schemas.openxmlformats.org/officeDocument/2006/relationships/slide" Target="/ppt/slides/slide24.xml" Id="rId25" /><Relationship Type="http://schemas.openxmlformats.org/officeDocument/2006/relationships/slide" Target="/ppt/slides/slide32.xml" Id="rId33" /><Relationship Type="http://schemas.openxmlformats.org/officeDocument/2006/relationships/slide" Target="/ppt/slides/slide37.xml" Id="rId38" /><Relationship Type="http://schemas.openxmlformats.org/officeDocument/2006/relationships/notesMaster" Target="/ppt/notesMasters/notesMaster1.xml" Id="rId46" /><Relationship Type="http://customschemas.google.com/relationships/presentationmetadata" Target="/ppt/metadata" Id="rId59" /><Relationship Type="http://schemas.openxmlformats.org/officeDocument/2006/relationships/slide" Target="/ppt/slides/slide19.xml" Id="rId20" /><Relationship Type="http://schemas.openxmlformats.org/officeDocument/2006/relationships/slide" Target="/ppt/slides/slide40.xml" Id="rId41" /><Relationship Type="http://schemas.openxmlformats.org/officeDocument/2006/relationships/font" Target="/ppt/fonts/font8.fntdata" Id="rId54" /><Relationship Type="http://schemas.openxmlformats.org/officeDocument/2006/relationships/theme" Target="/ppt/theme/theme1.xml" Id="rId62" /><Relationship Type="http://schemas.openxmlformats.org/officeDocument/2006/relationships/slideMaster" Target="/ppt/slideMasters/slideMaster1.xml" Id="rId1" /><Relationship Type="http://schemas.openxmlformats.org/officeDocument/2006/relationships/slide" Target="/ppt/slides/slide5.xml" Id="rId6" /><Relationship Type="http://schemas.openxmlformats.org/officeDocument/2006/relationships/slide" Target="/ppt/slides/slide14.xml" Id="rId15" /><Relationship Type="http://schemas.openxmlformats.org/officeDocument/2006/relationships/slide" Target="/ppt/slides/slide22.xml" Id="rId23" /><Relationship Type="http://schemas.openxmlformats.org/officeDocument/2006/relationships/slide" Target="/ppt/slides/slide27.xml" Id="rId28" /><Relationship Type="http://schemas.openxmlformats.org/officeDocument/2006/relationships/slide" Target="/ppt/slides/slide35.xml" Id="rId36" /><Relationship Type="http://schemas.openxmlformats.org/officeDocument/2006/relationships/font" Target="/ppt/fonts/font3.fntdata" Id="rId49" /><Relationship Type="http://schemas.openxmlformats.org/officeDocument/2006/relationships/slide" Target="/ppt/slides/slide9.xml" Id="rId10" /><Relationship Type="http://schemas.openxmlformats.org/officeDocument/2006/relationships/slide" Target="/ppt/slides/slide30.xml" Id="rId31" /><Relationship Type="http://schemas.openxmlformats.org/officeDocument/2006/relationships/slide" Target="/ppt/slides/slide43.xml" Id="rId44" /><Relationship Type="http://schemas.openxmlformats.org/officeDocument/2006/relationships/font" Target="/ppt/fonts/font6.fntdata" Id="rId52" /><Relationship Type="http://schemas.openxmlformats.org/officeDocument/2006/relationships/presProps" Target="/ppt/presProps.xml" Id="rId60" /><Relationship Type="http://schemas.openxmlformats.org/officeDocument/2006/relationships/slide" Target="/ppt/slides/slide3.xml" Id="rId4" /><Relationship Type="http://schemas.openxmlformats.org/officeDocument/2006/relationships/slide" Target="/ppt/slides/slide8.xml" Id="rId9" /></Relationships>
</file>

<file path=ppt/notesMasters/_rels/notesMaster1.xml.rels>&#65279;<?xml version="1.0" encoding="utf-8"?><Relationships xmlns="http://schemas.openxmlformats.org/package/2006/relationships"><Relationship Type="http://schemas.openxmlformats.org/officeDocument/2006/relationships/theme" Target="/ppt/theme/theme2.xml" Id="rId1"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371850" y="1097275"/>
            <a:ext cx="5486650" cy="54864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822950" y="6949425"/>
            <a:ext cx="6583675" cy="658367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&#65279;<?xml version="1.0" encoding="utf-8"?><Relationships xmlns="http://schemas.openxmlformats.org/package/2006/relationships"><Relationship Type="http://schemas.openxmlformats.org/officeDocument/2006/relationships/slide" Target="/ppt/slides/slide1.xml" Id="rId2" /><Relationship Type="http://schemas.openxmlformats.org/officeDocument/2006/relationships/notesMaster" Target="/ppt/notesMasters/notesMaster1.xml" Id="rI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Id2" /><Relationship Type="http://schemas.openxmlformats.org/officeDocument/2006/relationships/notesMaster" Target="/ppt/notesMasters/notesMaster1.xml" Id="rId1" /></Relationships>
</file>

<file path=ppt/notesSlides/_rels/notesSlide3.xml.rels>&#65279;<?xml version="1.0" encoding="utf-8"?><Relationships xmlns="http://schemas.openxmlformats.org/package/2006/relationships"><Relationship Type="http://schemas.openxmlformats.org/officeDocument/2006/relationships/slide" Target="/ppt/slides/slide3.xml" Id="rId2" /><Relationship Type="http://schemas.openxmlformats.org/officeDocument/2006/relationships/notesMaster" Target="/ppt/notesMasters/notesMaster1.xml" Id="rId1" /></Relationships>
</file>

<file path=ppt/notesSlides/_rels/notesSlide4.xml.rels>&#65279;<?xml version="1.0" encoding="utf-8"?><Relationships xmlns="http://schemas.openxmlformats.org/package/2006/relationships"><Relationship Type="http://schemas.openxmlformats.org/officeDocument/2006/relationships/slide" Target="/ppt/slides/slide4.xml" Id="rId2" /><Relationship Type="http://schemas.openxmlformats.org/officeDocument/2006/relationships/notesMaster" Target="/ppt/notesMasters/notesMaster1.xml" Id="rId1" /></Relationships>
</file>

<file path=ppt/notesSlides/_rels/notesSlide5.xml.rels>&#65279;<?xml version="1.0" encoding="utf-8"?><Relationships xmlns="http://schemas.openxmlformats.org/package/2006/relationships"><Relationship Type="http://schemas.openxmlformats.org/officeDocument/2006/relationships/slide" Target="/ppt/slides/slide5.xml" Id="rId2" /><Relationship Type="http://schemas.openxmlformats.org/officeDocument/2006/relationships/notesMaster" Target="/ppt/notesMasters/notesMaster1.xml" Id="rI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Id2" /><Relationship Type="http://schemas.openxmlformats.org/officeDocument/2006/relationships/notesMaster" Target="/ppt/notesMasters/notesMaster1.xml" Id="rId1" /></Relationships>
</file>

<file path=ppt/notesSlides/_rels/notesSlide7.xml.rels>&#65279;<?xml version="1.0" encoding="utf-8"?><Relationships xmlns="http://schemas.openxmlformats.org/package/2006/relationships"><Relationship Type="http://schemas.openxmlformats.org/officeDocument/2006/relationships/slide" Target="/ppt/slides/slide7.xml" Id="rId2" /><Relationship Type="http://schemas.openxmlformats.org/officeDocument/2006/relationships/notesMaster" Target="/ppt/notesMasters/notesMaster1.xml" Id="rId1" /></Relationships>
</file>

<file path=ppt/notesSlides/_rels/notesSlide8.xml.rels>&#65279;<?xml version="1.0" encoding="utf-8"?><Relationships xmlns="http://schemas.openxmlformats.org/package/2006/relationships"><Relationship Type="http://schemas.openxmlformats.org/officeDocument/2006/relationships/slide" Target="/ppt/slides/slide8.xml" Id="rId2" /><Relationship Type="http://schemas.openxmlformats.org/officeDocument/2006/relationships/notesMaster" Target="/ppt/notesMasters/notesMaster1.xml" Id="rId1" /></Relationships>
</file>

<file path=ppt/notesSlides/_rels/notesSlide9.xml.rels>&#65279;<?xml version="1.0" encoding="utf-8"?><Relationships xmlns="http://schemas.openxmlformats.org/package/2006/relationships"><Relationship Type="http://schemas.openxmlformats.org/officeDocument/2006/relationships/slide" Target="/ppt/slides/slide9.xml" Id="rId2" /><Relationship Type="http://schemas.openxmlformats.org/officeDocument/2006/relationships/notesMaster" Target="/ppt/notesMasters/notesMaster1.xml" Id="rId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Id2" /><Relationship Type="http://schemas.openxmlformats.org/officeDocument/2006/relationships/notesMaster" Target="/ppt/notesMasters/notesMaster1.xml" Id="rId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Id2" /><Relationship Type="http://schemas.openxmlformats.org/officeDocument/2006/relationships/notesMaster" Target="/ppt/notesMasters/notesMaster1.xml" Id="rId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Id2" /><Relationship Type="http://schemas.openxmlformats.org/officeDocument/2006/relationships/notesMaster" Target="/ppt/notesMasters/notesMaster1.xml" Id="rId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Id2" /><Relationship Type="http://schemas.openxmlformats.org/officeDocument/2006/relationships/notesMaster" Target="/ppt/notesMasters/notesMaster1.xml" Id="rId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Id2" /><Relationship Type="http://schemas.openxmlformats.org/officeDocument/2006/relationships/notesMaster" Target="/ppt/notesMasters/notesMaster1.xml" Id="rId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Id2" /><Relationship Type="http://schemas.openxmlformats.org/officeDocument/2006/relationships/notesMaster" Target="/ppt/notesMasters/notesMaster1.xml" Id="rId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Id2" /><Relationship Type="http://schemas.openxmlformats.org/officeDocument/2006/relationships/notesMaster" Target="/ppt/notesMasters/notesMaster1.xml" Id="rId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Id2" /><Relationship Type="http://schemas.openxmlformats.org/officeDocument/2006/relationships/notesMaster" Target="/ppt/notesMasters/notesMaster1.xml" Id="rId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Id2" /><Relationship Type="http://schemas.openxmlformats.org/officeDocument/2006/relationships/notesMaster" Target="/ppt/notesMasters/notesMaster1.xml" Id="rId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Id2" /><Relationship Type="http://schemas.openxmlformats.org/officeDocument/2006/relationships/notesMaster" Target="/ppt/notesMasters/notesMaster1.xml" Id="rId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Id2" /><Relationship Type="http://schemas.openxmlformats.org/officeDocument/2006/relationships/notesMaster" Target="/ppt/notesMasters/notesMaster1.xml" Id="rId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Id2" /><Relationship Type="http://schemas.openxmlformats.org/officeDocument/2006/relationships/notesMaster" Target="/ppt/notesMasters/notesMaster1.xml" Id="rId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Id2" /><Relationship Type="http://schemas.openxmlformats.org/officeDocument/2006/relationships/notesMaster" Target="/ppt/notesMasters/notesMaster1.xml" Id="rId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Id2" /><Relationship Type="http://schemas.openxmlformats.org/officeDocument/2006/relationships/notesMaster" Target="/ppt/notesMasters/notesMaster1.xml" Id="rId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Id2" /><Relationship Type="http://schemas.openxmlformats.org/officeDocument/2006/relationships/notesMaster" Target="/ppt/notesMasters/notesMaster1.xml" Id="rId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Id2" /><Relationship Type="http://schemas.openxmlformats.org/officeDocument/2006/relationships/notesMaster" Target="/ppt/notesMasters/notesMaster1.xml" Id="rId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Id2" /><Relationship Type="http://schemas.openxmlformats.org/officeDocument/2006/relationships/notesMaster" Target="/ppt/notesMasters/notesMaster1.xml" Id="rId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Id2" /><Relationship Type="http://schemas.openxmlformats.org/officeDocument/2006/relationships/notesMaster" Target="/ppt/notesMasters/notesMaster1.xml" Id="rId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Id2" /><Relationship Type="http://schemas.openxmlformats.org/officeDocument/2006/relationships/notesMaster" Target="/ppt/notesMasters/notesMaster1.xml" Id="rId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Id2" /><Relationship Type="http://schemas.openxmlformats.org/officeDocument/2006/relationships/notesMaster" Target="/ppt/notesMasters/notesMaster1.xml" Id="rId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Id2" /><Relationship Type="http://schemas.openxmlformats.org/officeDocument/2006/relationships/notesMaster" Target="/ppt/notesMasters/notesMaster1.xml" Id="rId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Id2" /><Relationship Type="http://schemas.openxmlformats.org/officeDocument/2006/relationships/notesMaster" Target="/ppt/notesMasters/notesMaster1.xml" Id="rId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Id2" /><Relationship Type="http://schemas.openxmlformats.org/officeDocument/2006/relationships/notesMaster" Target="/ppt/notesMasters/notesMaster1.xml" Id="rId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Id2" /><Relationship Type="http://schemas.openxmlformats.org/officeDocument/2006/relationships/notesMaster" Target="/ppt/notesMasters/notesMaster1.xml" Id="rId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Id2" /><Relationship Type="http://schemas.openxmlformats.org/officeDocument/2006/relationships/notesMaster" Target="/ppt/notesMasters/notesMaster1.xml" Id="rId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Id2" /><Relationship Type="http://schemas.openxmlformats.org/officeDocument/2006/relationships/notesMaster" Target="/ppt/notesMasters/notesMaster1.xml" Id="rId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Id2" /><Relationship Type="http://schemas.openxmlformats.org/officeDocument/2006/relationships/notesMaster" Target="/ppt/notesMasters/notesMaster1.xml" Id="rId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Id2" /><Relationship Type="http://schemas.openxmlformats.org/officeDocument/2006/relationships/notesMaster" Target="/ppt/notesMasters/notesMaster1.xml" Id="rId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Id2" /><Relationship Type="http://schemas.openxmlformats.org/officeDocument/2006/relationships/notesMaster" Target="/ppt/notesMasters/notesMaster1.xml" Id="rId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Id2" /><Relationship Type="http://schemas.openxmlformats.org/officeDocument/2006/relationships/notesMaster" Target="/ppt/notesMasters/notesMaster1.xml" Id="rId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Id2" /><Relationship Type="http://schemas.openxmlformats.org/officeDocument/2006/relationships/notesMaster" Target="/ppt/notesMasters/notesMaster1.xml" Id="rId1"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Id2" /><Relationship Type="http://schemas.openxmlformats.org/officeDocument/2006/relationships/notesMaster" Target="/ppt/notesMasters/notesMaster1.xml" Id="rId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Id2" /><Relationship Type="http://schemas.openxmlformats.org/officeDocument/2006/relationships/notesMaster" Target="/ppt/notesMasters/notesMaster1.xml" Id="rId1"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Id2" /><Relationship Type="http://schemas.openxmlformats.org/officeDocument/2006/relationships/notesMaster" Target="/ppt/notesMasters/notesMaster1.xml" Id="rId1"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Id2" /><Relationship Type="http://schemas.openxmlformats.org/officeDocument/2006/relationships/notesMaster" Target="/ppt/notesMasters/notesMaster1.xml" Id="rId1"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3" name="Google Shape;133;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34" name="Google Shape;134;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Calibri"/>
                <a:ea typeface="Calibri"/>
                <a:cs typeface="Calibri"/>
                <a:sym typeface="Calibri"/>
              </a:rPr>
              <a:t>1</a:t>
            </a:fld>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3" name="Google Shape;143;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44" name="Google Shape;144;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2</a:t>
            </a:fld>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972f305dbe_0_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2" name="Google Shape;152;g3972f305dbe_0_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53" name="Google Shape;153;g3972f305dbe_0_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3</a:t>
            </a:fld>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db0110bd91_0_12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4" name="Google Shape;184;g3db0110bd91_0_12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85" name="Google Shape;185;g3db0110bd91_0_12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4</a:t>
            </a:fld>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9" name="Google Shape;209;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10" name="Google Shape;210;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5</a:t>
            </a:fld>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9a892ca7df_0_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5" name="Google Shape;225;g39a892ca7df_0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26" name="Google Shape;226;g39a892ca7df_0_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6</a:t>
            </a:fld>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4" name="Google Shape;234;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35" name="Google Shape;235;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7</a:t>
            </a:fld>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9" name="Google Shape;259;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60" name="Google Shape;260;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8</a:t>
            </a:fld>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39a4bb1e1bb_0_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5" name="Google Shape;275;g39a4bb1e1bb_0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76" name="Google Shape;276;g39a4bb1e1bb_0_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9</a:t>
            </a:fld>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39a4bb1e1bb_0_1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1" name="Google Shape;291;g39a4bb1e1bb_0_1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92" name="Google Shape;292;g39a4bb1e1bb_0_1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10</a:t>
            </a:fld>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1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7" name="Google Shape;307;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08" name="Google Shape;308;p1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11</a:t>
            </a:fld>
            <a:endParaRPr sz="18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1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4" name="Google Shape;324;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25" name="Google Shape;325;p1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12</a:t>
            </a:fld>
            <a:endParaRPr sz="18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3dbc599c994_0_79:notes"/>
          <p:cNvSpPr>
            <a:spLocks noGrp="1" noRot="1" noChangeAspect="1"/>
          </p:cNvSpPr>
          <p:nvPr>
            <p:ph type="sldImg" idx="2"/>
          </p:nvPr>
        </p:nvSpPr>
        <p:spPr>
          <a:xfrm>
            <a:off x="1371850" y="1097275"/>
            <a:ext cx="5486700" cy="54864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3dbc599c994_0_79:notes"/>
          <p:cNvSpPr txBox="1">
            <a:spLocks noGrp="1"/>
          </p:cNvSpPr>
          <p:nvPr>
            <p:ph type="body" idx="1"/>
          </p:nvPr>
        </p:nvSpPr>
        <p:spPr>
          <a:xfrm>
            <a:off x="822950" y="6949425"/>
            <a:ext cx="6583800" cy="6583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1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5" name="Google Shape;355;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56" name="Google Shape;356;p1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14</a:t>
            </a:fld>
            <a:endParaRPr sz="1800">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1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3" name="Google Shape;363;p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64" name="Google Shape;364;p1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15</a:t>
            </a:fld>
            <a:endParaRPr sz="1800">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1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1" name="Google Shape;371;p1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72" name="Google Shape;372;p1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16</a:t>
            </a:fld>
            <a:endParaRPr sz="1800">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1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9" name="Google Shape;379;p1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80" name="Google Shape;380;p1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17</a:t>
            </a:fld>
            <a:endParaRPr sz="1800">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3dbbde14584_0_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7" name="Google Shape;387;g3dbbde14584_0_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88" name="Google Shape;388;g3dbbde14584_0_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18</a:t>
            </a:fld>
            <a:endParaRPr sz="1800">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1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5" name="Google Shape;395;p1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96" name="Google Shape;396;p1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19</a:t>
            </a:fld>
            <a:endParaRPr sz="1800">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1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8" name="Google Shape;408;p1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09" name="Google Shape;409;p1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20</a:t>
            </a:fld>
            <a:endParaRPr sz="1800">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6" name="Google Shape;416;p2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17" name="Google Shape;417;p2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21</a:t>
            </a:fld>
            <a:endParaRPr sz="1800">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2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6" name="Google Shape;456;p2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57" name="Google Shape;457;p2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22</a:t>
            </a:fld>
            <a:endParaRPr sz="1800">
              <a:solidFill>
                <a:schemeClr val="dk1"/>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2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4" name="Google Shape;464;p2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65" name="Google Shape;465;p2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23</a:t>
            </a:fld>
            <a:endParaRPr sz="1800">
              <a:solidFill>
                <a:schemeClr val="dk1"/>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g39731e1129b_0_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72" name="Google Shape;472;g39731e1129b_0_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73" name="Google Shape;473;g39731e1129b_0_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24</a:t>
            </a:fld>
            <a:endParaRPr sz="1800">
              <a:solidFill>
                <a:schemeClr val="dk1"/>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3dbf8bd5120_0_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0" name="Google Shape;480;g3dbf8bd5120_0_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81" name="Google Shape;481;g3dbf8bd5120_0_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25</a:t>
            </a:fld>
            <a:endParaRPr sz="1800">
              <a:solidFill>
                <a:schemeClr val="dk1"/>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g39731e1129b_0_1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9" name="Google Shape;489;g39731e1129b_0_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90" name="Google Shape;490;g39731e1129b_0_1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26</a:t>
            </a:fld>
            <a:endParaRPr sz="1800">
              <a:solidFill>
                <a:schemeClr val="dk1"/>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g3dbf8bd5120_0_1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97" name="Google Shape;497;g3dbf8bd5120_0_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98" name="Google Shape;498;g3dbf8bd5120_0_1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27</a:t>
            </a:fld>
            <a:endParaRPr sz="1800">
              <a:solidFill>
                <a:schemeClr val="dk1"/>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39731e1129b_0_1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06" name="Google Shape;506;g39731e1129b_0_1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507" name="Google Shape;507;g39731e1129b_0_1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28</a:t>
            </a:fld>
            <a:endParaRPr sz="1800">
              <a:solidFill>
                <a:schemeClr val="dk1"/>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p2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14" name="Google Shape;514;p2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515" name="Google Shape;515;p2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29</a:t>
            </a:fld>
            <a:endParaRPr sz="1800">
              <a:solidFill>
                <a:schemeClr val="dk1"/>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2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2" name="Google Shape;522;p2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523" name="Google Shape;523;p2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30</a:t>
            </a:fld>
            <a:endParaRPr sz="1800">
              <a:solidFill>
                <a:schemeClr val="dk1"/>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p2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0" name="Google Shape;530;p2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531" name="Google Shape;531;p2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31</a:t>
            </a:fld>
            <a:endParaRPr sz="1800">
              <a:solidFill>
                <a:schemeClr val="dk1"/>
              </a:solidFill>
              <a:latin typeface="Calibri"/>
              <a:ea typeface="Calibri"/>
              <a:cs typeface="Calibri"/>
              <a:sym typeface="Calibri"/>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p2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8" name="Google Shape;538;p2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539" name="Google Shape;539;p2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32</a:t>
            </a:fld>
            <a:endParaRPr sz="1800">
              <a:solidFill>
                <a:schemeClr val="dk1"/>
              </a:solidFill>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p3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46" name="Google Shape;546;p3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547" name="Google Shape;547;p3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33</a:t>
            </a:fld>
            <a:endParaRPr sz="1800">
              <a:solidFill>
                <a:schemeClr val="dk1"/>
              </a:solidFill>
              <a:latin typeface="Calibri"/>
              <a:ea typeface="Calibri"/>
              <a:cs typeface="Calibri"/>
              <a:sym typeface="Calibri"/>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p3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56" name="Google Shape;556;p3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557" name="Google Shape;557;p3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34</a:t>
            </a:fld>
            <a:endParaRPr sz="1800">
              <a:solidFill>
                <a:schemeClr val="dk1"/>
              </a:solidFill>
              <a:latin typeface="Calibri"/>
              <a:ea typeface="Calibri"/>
              <a:cs typeface="Calibri"/>
              <a:sym typeface="Calibri"/>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g39719e31d5b_0_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7" name="Google Shape;577;g39719e31d5b_0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578" name="Google Shape;578;g39719e31d5b_0_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35</a:t>
            </a:fld>
            <a:endParaRPr sz="1800">
              <a:solidFill>
                <a:schemeClr val="dk1"/>
              </a:solidFill>
              <a:latin typeface="Calibri"/>
              <a:ea typeface="Calibri"/>
              <a:cs typeface="Calibri"/>
              <a:sym typeface="Calibri"/>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3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96" name="Google Shape;596;p3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597" name="Google Shape;597;p3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36</a:t>
            </a:fld>
            <a:endParaRPr sz="1800">
              <a:solidFill>
                <a:schemeClr val="dk1"/>
              </a:solidFill>
              <a:latin typeface="Calibri"/>
              <a:ea typeface="Calibri"/>
              <a:cs typeface="Calibri"/>
              <a:sym typeface="Calibri"/>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p3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03" name="Google Shape;603;p3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04" name="Google Shape;604;p3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37</a:t>
            </a:fld>
            <a:endParaRPr sz="1800">
              <a:solidFill>
                <a:schemeClr val="dk1"/>
              </a:solidFill>
              <a:latin typeface="Calibri"/>
              <a:ea typeface="Calibri"/>
              <a:cs typeface="Calibri"/>
              <a:sym typeface="Calibri"/>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p3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14" name="Google Shape;614;p3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15" name="Google Shape;615;p3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38</a:t>
            </a:fld>
            <a:endParaRPr sz="1800">
              <a:solidFill>
                <a:schemeClr val="dk1"/>
              </a:solidFill>
              <a:latin typeface="Calibri"/>
              <a:ea typeface="Calibri"/>
              <a:cs typeface="Calibri"/>
              <a:sym typeface="Calibri"/>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3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23" name="Google Shape;623;p3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24" name="Google Shape;624;p3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39</a:t>
            </a:fld>
            <a:endParaRPr sz="1800">
              <a:solidFill>
                <a:schemeClr val="dk1"/>
              </a:solidFill>
              <a:latin typeface="Calibri"/>
              <a:ea typeface="Calibri"/>
              <a:cs typeface="Calibri"/>
              <a:sym typeface="Calibri"/>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p3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0" name="Google Shape;630;p3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31" name="Google Shape;631;p3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40</a:t>
            </a:fld>
            <a:endParaRPr sz="1800">
              <a:solidFill>
                <a:schemeClr val="dk1"/>
              </a:solidFill>
              <a:latin typeface="Calibri"/>
              <a:ea typeface="Calibri"/>
              <a:cs typeface="Calibri"/>
              <a:sym typeface="Calibri"/>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p3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0" name="Google Shape;640;p3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41" name="Google Shape;641;p3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41</a:t>
            </a:fld>
            <a:endParaRPr sz="1800">
              <a:solidFill>
                <a:schemeClr val="dk1"/>
              </a:solidFill>
              <a:latin typeface="Calibri"/>
              <a:ea typeface="Calibri"/>
              <a:cs typeface="Calibri"/>
              <a:sym typeface="Calibri"/>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49" name="Google Shape;649;g39731e1129b_0_3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50" name="Google Shape;650;g39731e1129b_0_3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51" name="Google Shape;651;g39731e1129b_0_3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42</a:t>
            </a:fld>
            <a:endParaRPr sz="1800">
              <a:solidFill>
                <a:schemeClr val="dk1"/>
              </a:solidFill>
              <a:latin typeface="Calibri"/>
              <a:ea typeface="Calibri"/>
              <a:cs typeface="Calibri"/>
              <a:sym typeface="Calibri"/>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39731e1129b_0_4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60" name="Google Shape;660;g39731e1129b_0_4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61" name="Google Shape;661;g39731e1129b_0_4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43</a:t>
            </a:fld>
            <a:endParaRPr sz="1800">
              <a:solidFill>
                <a:schemeClr val="dk1"/>
              </a:solidFill>
              <a:latin typeface="Calibri"/>
              <a:ea typeface="Calibri"/>
              <a:cs typeface="Calibri"/>
              <a:sym typeface="Calibri"/>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p4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70" name="Google Shape;670;p4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71" name="Google Shape;671;p4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44</a:t>
            </a:fld>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_rels/slideLayout2.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_rels/slideLayout3.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_rels/slideLayout4.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_rels/slideLayout5.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_rels/slideLayout6.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_rels/slideLayout7.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_rels/slideLayout8.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_rels/slideLayout9.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_rels/slideLayout10.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_rels/slideLayout12.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_rels/slideLayout13.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_rels/slideLayout14.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_rels/slideLayout17.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_rels/slideLayout18.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_rels/slideLayout19.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_rels/slideLayout20.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_rels/slideLayout21.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_rels/slideLayout24.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_rels/slideLayout25.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_rels/slideLayout26.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_rels/slideLayout27.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_rels/slideLayout28.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_rels/slideLayout29.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_rels/slideLayout30.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slideMaster" Target="/ppt/slideMasters/slideMaster1.xml" Id="rId1" /><Relationship Type="http://schemas.openxmlformats.org/officeDocument/2006/relationships/hyperlink" Target="https://gamma.app/?utm_source=made-with-gamma" TargetMode="External" Id="rId2"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1 master">
  <p:cSld name="Slide 1 master">
    <p:bg>
      <p:bgPr>
        <a:solidFill>
          <a:srgbClr val="000000"/>
        </a:solidFill>
        <a:effectLst/>
      </p:bgPr>
    </p:bg>
    <p:spTree>
      <p:nvGrpSpPr>
        <p:cNvPr id="1" name="Shape 6"/>
        <p:cNvGrpSpPr/>
        <p:nvPr/>
      </p:nvGrpSpPr>
      <p:grpSpPr>
        <a:xfrm>
          <a:off x="0" y="0"/>
          <a:ext cx="0" cy="0"/>
          <a:chOff x="0" y="0"/>
          <a:chExt cx="0" cy="0"/>
        </a:xfrm>
      </p:grpSpPr>
      <p:sp>
        <p:nvSpPr>
          <p:cNvPr id="7" name="Google Shape;7;p42"/>
          <p:cNvSpPr/>
          <p:nvPr/>
        </p:nvSpPr>
        <p:spPr>
          <a:xfrm>
            <a:off x="0" y="0"/>
            <a:ext cx="9144000" cy="5143500"/>
          </a:xfrm>
          <a:prstGeom prst="rect">
            <a:avLst/>
          </a:prstGeom>
          <a:solidFill>
            <a:srgbClr val="DEEEE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8" name="Google Shape;8;p42"/>
          <p:cNvSpPr/>
          <p:nvPr/>
        </p:nvSpPr>
        <p:spPr>
          <a:xfrm>
            <a:off x="0" y="0"/>
            <a:ext cx="9144000" cy="5143500"/>
          </a:xfrm>
          <a:prstGeom prst="rect">
            <a:avLst/>
          </a:prstGeom>
          <a:solidFill>
            <a:srgbClr val="FAFFFA"/>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9" name="Google Shape;9;p42" descr="preencoded.png">
            <a:hlinkClick r:id="rId2"/>
          </p:cNvPr>
          <p:cNvPicPr preferRelativeResize="0"/>
          <p:nvPr/>
        </p:nvPicPr>
        <p:blipFill rotWithShape="1">
          <a:blip r:embed="rId3">
            <a:alphaModFix/>
          </a:blip>
          <a:srcRect/>
          <a:stretch/>
        </p:blipFill>
        <p:spPr>
          <a:xfrm>
            <a:off x="8024509" y="4843463"/>
            <a:ext cx="1076628" cy="2571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ide 2 master">
  <p:cSld name="Slide 2 master">
    <p:bg>
      <p:bgPr>
        <a:solidFill>
          <a:srgbClr val="000000"/>
        </a:solidFill>
        <a:effectLst/>
      </p:bgPr>
    </p:bg>
    <p:spTree>
      <p:nvGrpSpPr>
        <p:cNvPr id="1" name="Shape 10"/>
        <p:cNvGrpSpPr/>
        <p:nvPr/>
      </p:nvGrpSpPr>
      <p:grpSpPr>
        <a:xfrm>
          <a:off x="0" y="0"/>
          <a:ext cx="0" cy="0"/>
          <a:chOff x="0" y="0"/>
          <a:chExt cx="0" cy="0"/>
        </a:xfrm>
      </p:grpSpPr>
      <p:sp>
        <p:nvSpPr>
          <p:cNvPr id="11" name="Google Shape;11;p43"/>
          <p:cNvSpPr/>
          <p:nvPr/>
        </p:nvSpPr>
        <p:spPr>
          <a:xfrm>
            <a:off x="0" y="0"/>
            <a:ext cx="9144000" cy="5143500"/>
          </a:xfrm>
          <a:prstGeom prst="rect">
            <a:avLst/>
          </a:prstGeom>
          <a:solidFill>
            <a:srgbClr val="DEEEE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12" name="Google Shape;12;p43"/>
          <p:cNvSpPr/>
          <p:nvPr/>
        </p:nvSpPr>
        <p:spPr>
          <a:xfrm>
            <a:off x="0" y="0"/>
            <a:ext cx="9144000" cy="5143500"/>
          </a:xfrm>
          <a:prstGeom prst="rect">
            <a:avLst/>
          </a:prstGeom>
          <a:solidFill>
            <a:srgbClr val="FAFFFA"/>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13" name="Google Shape;13;p43" descr="preencoded.png">
            <a:hlinkClick r:id="rId2"/>
          </p:cNvPr>
          <p:cNvPicPr preferRelativeResize="0"/>
          <p:nvPr/>
        </p:nvPicPr>
        <p:blipFill rotWithShape="1">
          <a:blip r:embed="rId3">
            <a:alphaModFix/>
          </a:blip>
          <a:srcRect/>
          <a:stretch/>
        </p:blipFill>
        <p:spPr>
          <a:xfrm>
            <a:off x="8024509" y="4843463"/>
            <a:ext cx="1076628" cy="25717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lide 3 master">
  <p:cSld name="Slide 3 master">
    <p:bg>
      <p:bgPr>
        <a:solidFill>
          <a:srgbClr val="000000"/>
        </a:solidFill>
        <a:effectLst/>
      </p:bgPr>
    </p:bg>
    <p:spTree>
      <p:nvGrpSpPr>
        <p:cNvPr id="1" name="Shape 14"/>
        <p:cNvGrpSpPr/>
        <p:nvPr/>
      </p:nvGrpSpPr>
      <p:grpSpPr>
        <a:xfrm>
          <a:off x="0" y="0"/>
          <a:ext cx="0" cy="0"/>
          <a:chOff x="0" y="0"/>
          <a:chExt cx="0" cy="0"/>
        </a:xfrm>
      </p:grpSpPr>
      <p:sp>
        <p:nvSpPr>
          <p:cNvPr id="15" name="Google Shape;15;p44"/>
          <p:cNvSpPr/>
          <p:nvPr/>
        </p:nvSpPr>
        <p:spPr>
          <a:xfrm>
            <a:off x="0" y="0"/>
            <a:ext cx="9144000" cy="5143500"/>
          </a:xfrm>
          <a:prstGeom prst="rect">
            <a:avLst/>
          </a:prstGeom>
          <a:solidFill>
            <a:srgbClr val="DEEEE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16" name="Google Shape;16;p44"/>
          <p:cNvSpPr/>
          <p:nvPr/>
        </p:nvSpPr>
        <p:spPr>
          <a:xfrm>
            <a:off x="0" y="0"/>
            <a:ext cx="9144000" cy="5143500"/>
          </a:xfrm>
          <a:prstGeom prst="rect">
            <a:avLst/>
          </a:prstGeom>
          <a:solidFill>
            <a:srgbClr val="FAFFFA"/>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17" name="Google Shape;17;p44" descr="preencoded.png">
            <a:hlinkClick r:id="rId2"/>
          </p:cNvPr>
          <p:cNvPicPr preferRelativeResize="0"/>
          <p:nvPr/>
        </p:nvPicPr>
        <p:blipFill rotWithShape="1">
          <a:blip r:embed="rId3">
            <a:alphaModFix/>
          </a:blip>
          <a:srcRect/>
          <a:stretch/>
        </p:blipFill>
        <p:spPr>
          <a:xfrm>
            <a:off x="8024509" y="4843463"/>
            <a:ext cx="1076628" cy="2571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lide 4 master">
  <p:cSld name="Slide 4 master">
    <p:bg>
      <p:bgPr>
        <a:solidFill>
          <a:srgbClr val="000000"/>
        </a:solidFill>
        <a:effectLst/>
      </p:bgPr>
    </p:bg>
    <p:spTree>
      <p:nvGrpSpPr>
        <p:cNvPr id="1" name="Shape 18"/>
        <p:cNvGrpSpPr/>
        <p:nvPr/>
      </p:nvGrpSpPr>
      <p:grpSpPr>
        <a:xfrm>
          <a:off x="0" y="0"/>
          <a:ext cx="0" cy="0"/>
          <a:chOff x="0" y="0"/>
          <a:chExt cx="0" cy="0"/>
        </a:xfrm>
      </p:grpSpPr>
      <p:sp>
        <p:nvSpPr>
          <p:cNvPr id="19" name="Google Shape;19;p45"/>
          <p:cNvSpPr/>
          <p:nvPr/>
        </p:nvSpPr>
        <p:spPr>
          <a:xfrm>
            <a:off x="0" y="0"/>
            <a:ext cx="9144000" cy="5143500"/>
          </a:xfrm>
          <a:prstGeom prst="rect">
            <a:avLst/>
          </a:prstGeom>
          <a:solidFill>
            <a:srgbClr val="DEEEE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20" name="Google Shape;20;p45"/>
          <p:cNvSpPr/>
          <p:nvPr/>
        </p:nvSpPr>
        <p:spPr>
          <a:xfrm>
            <a:off x="0" y="0"/>
            <a:ext cx="9144000" cy="5143500"/>
          </a:xfrm>
          <a:prstGeom prst="rect">
            <a:avLst/>
          </a:prstGeom>
          <a:solidFill>
            <a:srgbClr val="FAFFFA"/>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21" name="Google Shape;21;p45" descr="preencoded.png">
            <a:hlinkClick r:id="rId2"/>
          </p:cNvPr>
          <p:cNvPicPr preferRelativeResize="0"/>
          <p:nvPr/>
        </p:nvPicPr>
        <p:blipFill rotWithShape="1">
          <a:blip r:embed="rId3">
            <a:alphaModFix/>
          </a:blip>
          <a:srcRect/>
          <a:stretch/>
        </p:blipFill>
        <p:spPr>
          <a:xfrm>
            <a:off x="8024509" y="4843463"/>
            <a:ext cx="1076628" cy="25717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lide 5 master">
  <p:cSld name="Slide 5 master">
    <p:bg>
      <p:bgPr>
        <a:solidFill>
          <a:srgbClr val="000000"/>
        </a:solidFill>
        <a:effectLst/>
      </p:bgPr>
    </p:bg>
    <p:spTree>
      <p:nvGrpSpPr>
        <p:cNvPr id="1" name="Shape 22"/>
        <p:cNvGrpSpPr/>
        <p:nvPr/>
      </p:nvGrpSpPr>
      <p:grpSpPr>
        <a:xfrm>
          <a:off x="0" y="0"/>
          <a:ext cx="0" cy="0"/>
          <a:chOff x="0" y="0"/>
          <a:chExt cx="0" cy="0"/>
        </a:xfrm>
      </p:grpSpPr>
      <p:sp>
        <p:nvSpPr>
          <p:cNvPr id="23" name="Google Shape;23;p46"/>
          <p:cNvSpPr/>
          <p:nvPr/>
        </p:nvSpPr>
        <p:spPr>
          <a:xfrm>
            <a:off x="0" y="0"/>
            <a:ext cx="9144000" cy="5143500"/>
          </a:xfrm>
          <a:prstGeom prst="rect">
            <a:avLst/>
          </a:prstGeom>
          <a:solidFill>
            <a:srgbClr val="DEEEE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24" name="Google Shape;24;p46"/>
          <p:cNvSpPr/>
          <p:nvPr/>
        </p:nvSpPr>
        <p:spPr>
          <a:xfrm>
            <a:off x="0" y="0"/>
            <a:ext cx="9144000" cy="5143500"/>
          </a:xfrm>
          <a:prstGeom prst="rect">
            <a:avLst/>
          </a:prstGeom>
          <a:solidFill>
            <a:srgbClr val="FAFFFA"/>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25" name="Google Shape;25;p46" descr="preencoded.png">
            <a:hlinkClick r:id="rId2"/>
          </p:cNvPr>
          <p:cNvPicPr preferRelativeResize="0"/>
          <p:nvPr/>
        </p:nvPicPr>
        <p:blipFill rotWithShape="1">
          <a:blip r:embed="rId3">
            <a:alphaModFix/>
          </a:blip>
          <a:srcRect/>
          <a:stretch/>
        </p:blipFill>
        <p:spPr>
          <a:xfrm>
            <a:off x="8024509" y="4843463"/>
            <a:ext cx="1076628" cy="25717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lide 6 master">
  <p:cSld name="Slide 6 master">
    <p:bg>
      <p:bgPr>
        <a:solidFill>
          <a:srgbClr val="000000"/>
        </a:solidFill>
        <a:effectLst/>
      </p:bgPr>
    </p:bg>
    <p:spTree>
      <p:nvGrpSpPr>
        <p:cNvPr id="1" name="Shape 26"/>
        <p:cNvGrpSpPr/>
        <p:nvPr/>
      </p:nvGrpSpPr>
      <p:grpSpPr>
        <a:xfrm>
          <a:off x="0" y="0"/>
          <a:ext cx="0" cy="0"/>
          <a:chOff x="0" y="0"/>
          <a:chExt cx="0" cy="0"/>
        </a:xfrm>
      </p:grpSpPr>
      <p:sp>
        <p:nvSpPr>
          <p:cNvPr id="27" name="Google Shape;27;p47"/>
          <p:cNvSpPr/>
          <p:nvPr/>
        </p:nvSpPr>
        <p:spPr>
          <a:xfrm>
            <a:off x="0" y="0"/>
            <a:ext cx="9144000" cy="5143500"/>
          </a:xfrm>
          <a:prstGeom prst="rect">
            <a:avLst/>
          </a:prstGeom>
          <a:solidFill>
            <a:srgbClr val="DEEEE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28" name="Google Shape;28;p47"/>
          <p:cNvSpPr/>
          <p:nvPr/>
        </p:nvSpPr>
        <p:spPr>
          <a:xfrm>
            <a:off x="0" y="0"/>
            <a:ext cx="9144000" cy="5143500"/>
          </a:xfrm>
          <a:prstGeom prst="rect">
            <a:avLst/>
          </a:prstGeom>
          <a:solidFill>
            <a:srgbClr val="FAFFFA"/>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29" name="Google Shape;29;p47" descr="preencoded.png">
            <a:hlinkClick r:id="rId2"/>
          </p:cNvPr>
          <p:cNvPicPr preferRelativeResize="0"/>
          <p:nvPr/>
        </p:nvPicPr>
        <p:blipFill rotWithShape="1">
          <a:blip r:embed="rId3">
            <a:alphaModFix/>
          </a:blip>
          <a:srcRect/>
          <a:stretch/>
        </p:blipFill>
        <p:spPr>
          <a:xfrm>
            <a:off x="8024509" y="4843463"/>
            <a:ext cx="1076628" cy="25717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lide 7 master">
  <p:cSld name="Slide 7 master">
    <p:bg>
      <p:bgPr>
        <a:solidFill>
          <a:srgbClr val="000000"/>
        </a:solidFill>
        <a:effectLst/>
      </p:bgPr>
    </p:bg>
    <p:spTree>
      <p:nvGrpSpPr>
        <p:cNvPr id="1" name="Shape 30"/>
        <p:cNvGrpSpPr/>
        <p:nvPr/>
      </p:nvGrpSpPr>
      <p:grpSpPr>
        <a:xfrm>
          <a:off x="0" y="0"/>
          <a:ext cx="0" cy="0"/>
          <a:chOff x="0" y="0"/>
          <a:chExt cx="0" cy="0"/>
        </a:xfrm>
      </p:grpSpPr>
      <p:sp>
        <p:nvSpPr>
          <p:cNvPr id="31" name="Google Shape;31;p48"/>
          <p:cNvSpPr/>
          <p:nvPr/>
        </p:nvSpPr>
        <p:spPr>
          <a:xfrm>
            <a:off x="0" y="0"/>
            <a:ext cx="9144000" cy="5143500"/>
          </a:xfrm>
          <a:prstGeom prst="rect">
            <a:avLst/>
          </a:prstGeom>
          <a:solidFill>
            <a:srgbClr val="DEEEE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32" name="Google Shape;32;p48"/>
          <p:cNvSpPr/>
          <p:nvPr/>
        </p:nvSpPr>
        <p:spPr>
          <a:xfrm>
            <a:off x="0" y="0"/>
            <a:ext cx="9144000" cy="5143500"/>
          </a:xfrm>
          <a:prstGeom prst="rect">
            <a:avLst/>
          </a:prstGeom>
          <a:solidFill>
            <a:srgbClr val="FAFFFA"/>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33" name="Google Shape;33;p48" descr="preencoded.png">
            <a:hlinkClick r:id="rId2"/>
          </p:cNvPr>
          <p:cNvPicPr preferRelativeResize="0"/>
          <p:nvPr/>
        </p:nvPicPr>
        <p:blipFill rotWithShape="1">
          <a:blip r:embed="rId3">
            <a:alphaModFix/>
          </a:blip>
          <a:srcRect/>
          <a:stretch/>
        </p:blipFill>
        <p:spPr>
          <a:xfrm>
            <a:off x="8024509" y="4843463"/>
            <a:ext cx="1076628" cy="25717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lide 8 master">
  <p:cSld name="Slide 8 master">
    <p:bg>
      <p:bgPr>
        <a:solidFill>
          <a:srgbClr val="000000"/>
        </a:solidFill>
        <a:effectLst/>
      </p:bgPr>
    </p:bg>
    <p:spTree>
      <p:nvGrpSpPr>
        <p:cNvPr id="1" name="Shape 34"/>
        <p:cNvGrpSpPr/>
        <p:nvPr/>
      </p:nvGrpSpPr>
      <p:grpSpPr>
        <a:xfrm>
          <a:off x="0" y="0"/>
          <a:ext cx="0" cy="0"/>
          <a:chOff x="0" y="0"/>
          <a:chExt cx="0" cy="0"/>
        </a:xfrm>
      </p:grpSpPr>
      <p:sp>
        <p:nvSpPr>
          <p:cNvPr id="35" name="Google Shape;35;p49"/>
          <p:cNvSpPr/>
          <p:nvPr/>
        </p:nvSpPr>
        <p:spPr>
          <a:xfrm>
            <a:off x="0" y="0"/>
            <a:ext cx="9144000" cy="5143500"/>
          </a:xfrm>
          <a:prstGeom prst="rect">
            <a:avLst/>
          </a:prstGeom>
          <a:solidFill>
            <a:srgbClr val="DEEEE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36" name="Google Shape;36;p49"/>
          <p:cNvSpPr/>
          <p:nvPr/>
        </p:nvSpPr>
        <p:spPr>
          <a:xfrm>
            <a:off x="0" y="0"/>
            <a:ext cx="9144000" cy="5143500"/>
          </a:xfrm>
          <a:prstGeom prst="rect">
            <a:avLst/>
          </a:prstGeom>
          <a:solidFill>
            <a:srgbClr val="FAFFFA"/>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37" name="Google Shape;37;p49" descr="preencoded.png">
            <a:hlinkClick r:id="rId2"/>
          </p:cNvPr>
          <p:cNvPicPr preferRelativeResize="0"/>
          <p:nvPr/>
        </p:nvPicPr>
        <p:blipFill rotWithShape="1">
          <a:blip r:embed="rId3">
            <a:alphaModFix/>
          </a:blip>
          <a:srcRect/>
          <a:stretch/>
        </p:blipFill>
        <p:spPr>
          <a:xfrm>
            <a:off x="8024509" y="4843463"/>
            <a:ext cx="1076628" cy="25717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lide 9 master">
  <p:cSld name="Slide 9 master">
    <p:bg>
      <p:bgPr>
        <a:solidFill>
          <a:srgbClr val="000000"/>
        </a:solidFill>
        <a:effectLst/>
      </p:bgPr>
    </p:bg>
    <p:spTree>
      <p:nvGrpSpPr>
        <p:cNvPr id="1" name="Shape 38"/>
        <p:cNvGrpSpPr/>
        <p:nvPr/>
      </p:nvGrpSpPr>
      <p:grpSpPr>
        <a:xfrm>
          <a:off x="0" y="0"/>
          <a:ext cx="0" cy="0"/>
          <a:chOff x="0" y="0"/>
          <a:chExt cx="0" cy="0"/>
        </a:xfrm>
      </p:grpSpPr>
      <p:sp>
        <p:nvSpPr>
          <p:cNvPr id="39" name="Google Shape;39;p50"/>
          <p:cNvSpPr/>
          <p:nvPr/>
        </p:nvSpPr>
        <p:spPr>
          <a:xfrm>
            <a:off x="0" y="0"/>
            <a:ext cx="9144000" cy="5143500"/>
          </a:xfrm>
          <a:prstGeom prst="rect">
            <a:avLst/>
          </a:prstGeom>
          <a:solidFill>
            <a:srgbClr val="DEEEE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0" name="Google Shape;40;p50"/>
          <p:cNvSpPr/>
          <p:nvPr/>
        </p:nvSpPr>
        <p:spPr>
          <a:xfrm>
            <a:off x="0" y="0"/>
            <a:ext cx="9144000" cy="5143500"/>
          </a:xfrm>
          <a:prstGeom prst="rect">
            <a:avLst/>
          </a:prstGeom>
          <a:solidFill>
            <a:srgbClr val="FAFFFA"/>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41" name="Google Shape;41;p50" descr="preencoded.png">
            <a:hlinkClick r:id="rId2"/>
          </p:cNvPr>
          <p:cNvPicPr preferRelativeResize="0"/>
          <p:nvPr/>
        </p:nvPicPr>
        <p:blipFill rotWithShape="1">
          <a:blip r:embed="rId3">
            <a:alphaModFix/>
          </a:blip>
          <a:srcRect/>
          <a:stretch/>
        </p:blipFill>
        <p:spPr>
          <a:xfrm>
            <a:off x="8024509" y="4843463"/>
            <a:ext cx="1076628" cy="25717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lide 10 master">
  <p:cSld name="Slide 10 master">
    <p:bg>
      <p:bgPr>
        <a:solidFill>
          <a:srgbClr val="000000"/>
        </a:solidFill>
        <a:effectLst/>
      </p:bgPr>
    </p:bg>
    <p:spTree>
      <p:nvGrpSpPr>
        <p:cNvPr id="1" name="Shape 42"/>
        <p:cNvGrpSpPr/>
        <p:nvPr/>
      </p:nvGrpSpPr>
      <p:grpSpPr>
        <a:xfrm>
          <a:off x="0" y="0"/>
          <a:ext cx="0" cy="0"/>
          <a:chOff x="0" y="0"/>
          <a:chExt cx="0" cy="0"/>
        </a:xfrm>
      </p:grpSpPr>
      <p:sp>
        <p:nvSpPr>
          <p:cNvPr id="43" name="Google Shape;43;p51"/>
          <p:cNvSpPr/>
          <p:nvPr/>
        </p:nvSpPr>
        <p:spPr>
          <a:xfrm>
            <a:off x="0" y="0"/>
            <a:ext cx="9144000" cy="5143500"/>
          </a:xfrm>
          <a:prstGeom prst="rect">
            <a:avLst/>
          </a:prstGeom>
          <a:solidFill>
            <a:srgbClr val="DEEEE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 name="Google Shape;44;p51"/>
          <p:cNvSpPr/>
          <p:nvPr/>
        </p:nvSpPr>
        <p:spPr>
          <a:xfrm>
            <a:off x="0" y="0"/>
            <a:ext cx="9144000" cy="5143500"/>
          </a:xfrm>
          <a:prstGeom prst="rect">
            <a:avLst/>
          </a:prstGeom>
          <a:solidFill>
            <a:srgbClr val="FAFFFA"/>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45" name="Google Shape;45;p51" descr="preencoded.png">
            <a:hlinkClick r:id="rId2"/>
          </p:cNvPr>
          <p:cNvPicPr preferRelativeResize="0"/>
          <p:nvPr/>
        </p:nvPicPr>
        <p:blipFill rotWithShape="1">
          <a:blip r:embed="rId3">
            <a:alphaModFix/>
          </a:blip>
          <a:srcRect/>
          <a:stretch/>
        </p:blipFill>
        <p:spPr>
          <a:xfrm>
            <a:off x="8024509" y="4843463"/>
            <a:ext cx="1076628" cy="2571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lide 12 master">
  <p:cSld name="Slide 12 master">
    <p:bg>
      <p:bgPr>
        <a:solidFill>
          <a:srgbClr val="000000"/>
        </a:solidFill>
        <a:effectLst/>
      </p:bgPr>
    </p:bg>
    <p:spTree>
      <p:nvGrpSpPr>
        <p:cNvPr id="1" name="Shape 50"/>
        <p:cNvGrpSpPr/>
        <p:nvPr/>
      </p:nvGrpSpPr>
      <p:grpSpPr>
        <a:xfrm>
          <a:off x="0" y="0"/>
          <a:ext cx="0" cy="0"/>
          <a:chOff x="0" y="0"/>
          <a:chExt cx="0" cy="0"/>
        </a:xfrm>
      </p:grpSpPr>
      <p:sp>
        <p:nvSpPr>
          <p:cNvPr id="51" name="Google Shape;51;p53"/>
          <p:cNvSpPr/>
          <p:nvPr/>
        </p:nvSpPr>
        <p:spPr>
          <a:xfrm>
            <a:off x="0" y="0"/>
            <a:ext cx="9144000" cy="5143500"/>
          </a:xfrm>
          <a:prstGeom prst="rect">
            <a:avLst/>
          </a:prstGeom>
          <a:solidFill>
            <a:srgbClr val="DEEEE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52" name="Google Shape;52;p53"/>
          <p:cNvSpPr/>
          <p:nvPr/>
        </p:nvSpPr>
        <p:spPr>
          <a:xfrm>
            <a:off x="0" y="0"/>
            <a:ext cx="9144000" cy="5143500"/>
          </a:xfrm>
          <a:prstGeom prst="rect">
            <a:avLst/>
          </a:prstGeom>
          <a:solidFill>
            <a:srgbClr val="FAFFFA"/>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53" name="Google Shape;53;p53" descr="preencoded.png">
            <a:hlinkClick r:id="rId2"/>
          </p:cNvPr>
          <p:cNvPicPr preferRelativeResize="0"/>
          <p:nvPr/>
        </p:nvPicPr>
        <p:blipFill rotWithShape="1">
          <a:blip r:embed="rId3">
            <a:alphaModFix/>
          </a:blip>
          <a:srcRect/>
          <a:stretch/>
        </p:blipFill>
        <p:spPr>
          <a:xfrm>
            <a:off x="8024509" y="4843463"/>
            <a:ext cx="1076628" cy="25717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lide 13 master">
  <p:cSld name="Slide 13 master">
    <p:bg>
      <p:bgPr>
        <a:solidFill>
          <a:srgbClr val="000000"/>
        </a:solidFill>
        <a:effectLst/>
      </p:bgPr>
    </p:bg>
    <p:spTree>
      <p:nvGrpSpPr>
        <p:cNvPr id="1" name="Shape 54"/>
        <p:cNvGrpSpPr/>
        <p:nvPr/>
      </p:nvGrpSpPr>
      <p:grpSpPr>
        <a:xfrm>
          <a:off x="0" y="0"/>
          <a:ext cx="0" cy="0"/>
          <a:chOff x="0" y="0"/>
          <a:chExt cx="0" cy="0"/>
        </a:xfrm>
      </p:grpSpPr>
      <p:sp>
        <p:nvSpPr>
          <p:cNvPr id="55" name="Google Shape;55;p54"/>
          <p:cNvSpPr/>
          <p:nvPr/>
        </p:nvSpPr>
        <p:spPr>
          <a:xfrm>
            <a:off x="0" y="0"/>
            <a:ext cx="9144000" cy="5143500"/>
          </a:xfrm>
          <a:prstGeom prst="rect">
            <a:avLst/>
          </a:prstGeom>
          <a:solidFill>
            <a:srgbClr val="DEEEE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56" name="Google Shape;56;p54"/>
          <p:cNvSpPr/>
          <p:nvPr/>
        </p:nvSpPr>
        <p:spPr>
          <a:xfrm>
            <a:off x="0" y="0"/>
            <a:ext cx="9144000" cy="5143500"/>
          </a:xfrm>
          <a:prstGeom prst="rect">
            <a:avLst/>
          </a:prstGeom>
          <a:solidFill>
            <a:srgbClr val="FAFFFA"/>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57" name="Google Shape;57;p54" descr="preencoded.png">
            <a:hlinkClick r:id="rId2"/>
          </p:cNvPr>
          <p:cNvPicPr preferRelativeResize="0"/>
          <p:nvPr/>
        </p:nvPicPr>
        <p:blipFill rotWithShape="1">
          <a:blip r:embed="rId3">
            <a:alphaModFix/>
          </a:blip>
          <a:srcRect/>
          <a:stretch/>
        </p:blipFill>
        <p:spPr>
          <a:xfrm>
            <a:off x="8024509" y="4843463"/>
            <a:ext cx="1076628" cy="257175"/>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lide 14 master">
  <p:cSld name="Slide 14 master">
    <p:bg>
      <p:bgPr>
        <a:solidFill>
          <a:srgbClr val="000000"/>
        </a:solidFill>
        <a:effectLst/>
      </p:bgPr>
    </p:bg>
    <p:spTree>
      <p:nvGrpSpPr>
        <p:cNvPr id="1" name="Shape 58"/>
        <p:cNvGrpSpPr/>
        <p:nvPr/>
      </p:nvGrpSpPr>
      <p:grpSpPr>
        <a:xfrm>
          <a:off x="0" y="0"/>
          <a:ext cx="0" cy="0"/>
          <a:chOff x="0" y="0"/>
          <a:chExt cx="0" cy="0"/>
        </a:xfrm>
      </p:grpSpPr>
      <p:sp>
        <p:nvSpPr>
          <p:cNvPr id="59" name="Google Shape;59;p55"/>
          <p:cNvSpPr/>
          <p:nvPr/>
        </p:nvSpPr>
        <p:spPr>
          <a:xfrm>
            <a:off x="0" y="0"/>
            <a:ext cx="9144000" cy="5143500"/>
          </a:xfrm>
          <a:prstGeom prst="rect">
            <a:avLst/>
          </a:prstGeom>
          <a:solidFill>
            <a:srgbClr val="DEEEE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60" name="Google Shape;60;p55"/>
          <p:cNvSpPr/>
          <p:nvPr/>
        </p:nvSpPr>
        <p:spPr>
          <a:xfrm>
            <a:off x="0" y="0"/>
            <a:ext cx="9144000" cy="5143500"/>
          </a:xfrm>
          <a:prstGeom prst="rect">
            <a:avLst/>
          </a:prstGeom>
          <a:solidFill>
            <a:srgbClr val="FAFFFA"/>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61" name="Google Shape;61;p55" descr="preencoded.png">
            <a:hlinkClick r:id="rId2"/>
          </p:cNvPr>
          <p:cNvPicPr preferRelativeResize="0"/>
          <p:nvPr/>
        </p:nvPicPr>
        <p:blipFill rotWithShape="1">
          <a:blip r:embed="rId3">
            <a:alphaModFix/>
          </a:blip>
          <a:srcRect/>
          <a:stretch/>
        </p:blipFill>
        <p:spPr>
          <a:xfrm>
            <a:off x="8024509" y="4843463"/>
            <a:ext cx="1076628" cy="25717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lide 17 master">
  <p:cSld name="Slide 17 master">
    <p:bg>
      <p:bgPr>
        <a:solidFill>
          <a:srgbClr val="000000"/>
        </a:solidFill>
        <a:effectLst/>
      </p:bgPr>
    </p:bg>
    <p:spTree>
      <p:nvGrpSpPr>
        <p:cNvPr id="1" name="Shape 70"/>
        <p:cNvGrpSpPr/>
        <p:nvPr/>
      </p:nvGrpSpPr>
      <p:grpSpPr>
        <a:xfrm>
          <a:off x="0" y="0"/>
          <a:ext cx="0" cy="0"/>
          <a:chOff x="0" y="0"/>
          <a:chExt cx="0" cy="0"/>
        </a:xfrm>
      </p:grpSpPr>
      <p:sp>
        <p:nvSpPr>
          <p:cNvPr id="71" name="Google Shape;71;p58"/>
          <p:cNvSpPr/>
          <p:nvPr/>
        </p:nvSpPr>
        <p:spPr>
          <a:xfrm>
            <a:off x="0" y="0"/>
            <a:ext cx="9144000" cy="5143500"/>
          </a:xfrm>
          <a:prstGeom prst="rect">
            <a:avLst/>
          </a:prstGeom>
          <a:solidFill>
            <a:srgbClr val="DEEEE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72" name="Google Shape;72;p58"/>
          <p:cNvSpPr/>
          <p:nvPr/>
        </p:nvSpPr>
        <p:spPr>
          <a:xfrm>
            <a:off x="0" y="0"/>
            <a:ext cx="9144000" cy="5143500"/>
          </a:xfrm>
          <a:prstGeom prst="rect">
            <a:avLst/>
          </a:prstGeom>
          <a:solidFill>
            <a:srgbClr val="FAFFFA"/>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73" name="Google Shape;73;p58" descr="preencoded.png">
            <a:hlinkClick r:id="rId2"/>
          </p:cNvPr>
          <p:cNvPicPr preferRelativeResize="0"/>
          <p:nvPr/>
        </p:nvPicPr>
        <p:blipFill rotWithShape="1">
          <a:blip r:embed="rId3">
            <a:alphaModFix/>
          </a:blip>
          <a:srcRect/>
          <a:stretch/>
        </p:blipFill>
        <p:spPr>
          <a:xfrm>
            <a:off x="8024509" y="4843463"/>
            <a:ext cx="1076628" cy="25717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lide 18 master">
  <p:cSld name="Slide 18 master">
    <p:bg>
      <p:bgPr>
        <a:solidFill>
          <a:srgbClr val="000000"/>
        </a:solidFill>
        <a:effectLst/>
      </p:bgPr>
    </p:bg>
    <p:spTree>
      <p:nvGrpSpPr>
        <p:cNvPr id="1" name="Shape 74"/>
        <p:cNvGrpSpPr/>
        <p:nvPr/>
      </p:nvGrpSpPr>
      <p:grpSpPr>
        <a:xfrm>
          <a:off x="0" y="0"/>
          <a:ext cx="0" cy="0"/>
          <a:chOff x="0" y="0"/>
          <a:chExt cx="0" cy="0"/>
        </a:xfrm>
      </p:grpSpPr>
      <p:sp>
        <p:nvSpPr>
          <p:cNvPr id="75" name="Google Shape;75;p59"/>
          <p:cNvSpPr/>
          <p:nvPr/>
        </p:nvSpPr>
        <p:spPr>
          <a:xfrm>
            <a:off x="0" y="0"/>
            <a:ext cx="9144000" cy="5143500"/>
          </a:xfrm>
          <a:prstGeom prst="rect">
            <a:avLst/>
          </a:prstGeom>
          <a:solidFill>
            <a:srgbClr val="DEEEE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76" name="Google Shape;76;p59"/>
          <p:cNvSpPr/>
          <p:nvPr/>
        </p:nvSpPr>
        <p:spPr>
          <a:xfrm>
            <a:off x="0" y="0"/>
            <a:ext cx="9144000" cy="5143500"/>
          </a:xfrm>
          <a:prstGeom prst="rect">
            <a:avLst/>
          </a:prstGeom>
          <a:solidFill>
            <a:srgbClr val="FAFFFA"/>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77" name="Google Shape;77;p59" descr="preencoded.png">
            <a:hlinkClick r:id="rId2"/>
          </p:cNvPr>
          <p:cNvPicPr preferRelativeResize="0"/>
          <p:nvPr/>
        </p:nvPicPr>
        <p:blipFill rotWithShape="1">
          <a:blip r:embed="rId3">
            <a:alphaModFix/>
          </a:blip>
          <a:srcRect/>
          <a:stretch/>
        </p:blipFill>
        <p:spPr>
          <a:xfrm>
            <a:off x="8024509" y="4843463"/>
            <a:ext cx="1076628" cy="257175"/>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lide 19 master">
  <p:cSld name="Slide 19 master">
    <p:bg>
      <p:bgPr>
        <a:solidFill>
          <a:srgbClr val="000000"/>
        </a:solidFill>
        <a:effectLst/>
      </p:bgPr>
    </p:bg>
    <p:spTree>
      <p:nvGrpSpPr>
        <p:cNvPr id="1" name="Shape 78"/>
        <p:cNvGrpSpPr/>
        <p:nvPr/>
      </p:nvGrpSpPr>
      <p:grpSpPr>
        <a:xfrm>
          <a:off x="0" y="0"/>
          <a:ext cx="0" cy="0"/>
          <a:chOff x="0" y="0"/>
          <a:chExt cx="0" cy="0"/>
        </a:xfrm>
      </p:grpSpPr>
      <p:sp>
        <p:nvSpPr>
          <p:cNvPr id="79" name="Google Shape;79;p60"/>
          <p:cNvSpPr/>
          <p:nvPr/>
        </p:nvSpPr>
        <p:spPr>
          <a:xfrm>
            <a:off x="0" y="0"/>
            <a:ext cx="9144000" cy="5143500"/>
          </a:xfrm>
          <a:prstGeom prst="rect">
            <a:avLst/>
          </a:prstGeom>
          <a:solidFill>
            <a:srgbClr val="DEEEE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80" name="Google Shape;80;p60"/>
          <p:cNvSpPr/>
          <p:nvPr/>
        </p:nvSpPr>
        <p:spPr>
          <a:xfrm>
            <a:off x="0" y="0"/>
            <a:ext cx="9144000" cy="5143500"/>
          </a:xfrm>
          <a:prstGeom prst="rect">
            <a:avLst/>
          </a:prstGeom>
          <a:solidFill>
            <a:srgbClr val="FAFFFA"/>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81" name="Google Shape;81;p60" descr="preencoded.png">
            <a:hlinkClick r:id="rId2"/>
          </p:cNvPr>
          <p:cNvPicPr preferRelativeResize="0"/>
          <p:nvPr/>
        </p:nvPicPr>
        <p:blipFill rotWithShape="1">
          <a:blip r:embed="rId3">
            <a:alphaModFix/>
          </a:blip>
          <a:srcRect/>
          <a:stretch/>
        </p:blipFill>
        <p:spPr>
          <a:xfrm>
            <a:off x="8024509" y="4843463"/>
            <a:ext cx="1076628" cy="25717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lide 20 master">
  <p:cSld name="Slide 20 master">
    <p:bg>
      <p:bgPr>
        <a:solidFill>
          <a:srgbClr val="000000"/>
        </a:solidFill>
        <a:effectLst/>
      </p:bgPr>
    </p:bg>
    <p:spTree>
      <p:nvGrpSpPr>
        <p:cNvPr id="1" name="Shape 82"/>
        <p:cNvGrpSpPr/>
        <p:nvPr/>
      </p:nvGrpSpPr>
      <p:grpSpPr>
        <a:xfrm>
          <a:off x="0" y="0"/>
          <a:ext cx="0" cy="0"/>
          <a:chOff x="0" y="0"/>
          <a:chExt cx="0" cy="0"/>
        </a:xfrm>
      </p:grpSpPr>
      <p:sp>
        <p:nvSpPr>
          <p:cNvPr id="83" name="Google Shape;83;p61"/>
          <p:cNvSpPr/>
          <p:nvPr/>
        </p:nvSpPr>
        <p:spPr>
          <a:xfrm>
            <a:off x="0" y="0"/>
            <a:ext cx="9144000" cy="5143500"/>
          </a:xfrm>
          <a:prstGeom prst="rect">
            <a:avLst/>
          </a:prstGeom>
          <a:solidFill>
            <a:srgbClr val="DEEEE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84" name="Google Shape;84;p61"/>
          <p:cNvSpPr/>
          <p:nvPr/>
        </p:nvSpPr>
        <p:spPr>
          <a:xfrm>
            <a:off x="0" y="0"/>
            <a:ext cx="9144000" cy="5143500"/>
          </a:xfrm>
          <a:prstGeom prst="rect">
            <a:avLst/>
          </a:prstGeom>
          <a:solidFill>
            <a:srgbClr val="FAFFFA"/>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85" name="Google Shape;85;p61" descr="preencoded.png">
            <a:hlinkClick r:id="rId2"/>
          </p:cNvPr>
          <p:cNvPicPr preferRelativeResize="0"/>
          <p:nvPr/>
        </p:nvPicPr>
        <p:blipFill rotWithShape="1">
          <a:blip r:embed="rId3">
            <a:alphaModFix/>
          </a:blip>
          <a:srcRect/>
          <a:stretch/>
        </p:blipFill>
        <p:spPr>
          <a:xfrm>
            <a:off x="8024509" y="4843463"/>
            <a:ext cx="1076628" cy="25717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lide 22 master">
  <p:cSld name="Slide 22 master">
    <p:bg>
      <p:bgPr>
        <a:solidFill>
          <a:srgbClr val="000000"/>
        </a:solidFill>
        <a:effectLst/>
      </p:bgPr>
    </p:bg>
    <p:spTree>
      <p:nvGrpSpPr>
        <p:cNvPr id="1" name="Shape 86"/>
        <p:cNvGrpSpPr/>
        <p:nvPr/>
      </p:nvGrpSpPr>
      <p:grpSpPr>
        <a:xfrm>
          <a:off x="0" y="0"/>
          <a:ext cx="0" cy="0"/>
          <a:chOff x="0" y="0"/>
          <a:chExt cx="0" cy="0"/>
        </a:xfrm>
      </p:grpSpPr>
      <p:sp>
        <p:nvSpPr>
          <p:cNvPr id="87" name="Google Shape;87;p62"/>
          <p:cNvSpPr/>
          <p:nvPr/>
        </p:nvSpPr>
        <p:spPr>
          <a:xfrm>
            <a:off x="0" y="0"/>
            <a:ext cx="9144000" cy="5143500"/>
          </a:xfrm>
          <a:prstGeom prst="rect">
            <a:avLst/>
          </a:prstGeom>
          <a:solidFill>
            <a:srgbClr val="DEEEE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88" name="Google Shape;88;p62"/>
          <p:cNvSpPr/>
          <p:nvPr/>
        </p:nvSpPr>
        <p:spPr>
          <a:xfrm>
            <a:off x="0" y="0"/>
            <a:ext cx="9144000" cy="5143500"/>
          </a:xfrm>
          <a:prstGeom prst="rect">
            <a:avLst/>
          </a:prstGeom>
          <a:solidFill>
            <a:srgbClr val="FAFFFA"/>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89" name="Google Shape;89;p62" descr="preencoded.png">
            <a:hlinkClick r:id="rId2"/>
          </p:cNvPr>
          <p:cNvPicPr preferRelativeResize="0"/>
          <p:nvPr/>
        </p:nvPicPr>
        <p:blipFill rotWithShape="1">
          <a:blip r:embed="rId3">
            <a:alphaModFix/>
          </a:blip>
          <a:srcRect/>
          <a:stretch/>
        </p:blipFill>
        <p:spPr>
          <a:xfrm>
            <a:off x="8024509" y="4843463"/>
            <a:ext cx="1076628" cy="257175"/>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lide 26 master">
  <p:cSld name="Slide 26 master">
    <p:bg>
      <p:bgPr>
        <a:solidFill>
          <a:srgbClr val="000000"/>
        </a:solidFill>
        <a:effectLst/>
      </p:bgPr>
    </p:bg>
    <p:spTree>
      <p:nvGrpSpPr>
        <p:cNvPr id="1" name="Shape 98"/>
        <p:cNvGrpSpPr/>
        <p:nvPr/>
      </p:nvGrpSpPr>
      <p:grpSpPr>
        <a:xfrm>
          <a:off x="0" y="0"/>
          <a:ext cx="0" cy="0"/>
          <a:chOff x="0" y="0"/>
          <a:chExt cx="0" cy="0"/>
        </a:xfrm>
      </p:grpSpPr>
      <p:sp>
        <p:nvSpPr>
          <p:cNvPr id="99" name="Google Shape;99;p65"/>
          <p:cNvSpPr/>
          <p:nvPr/>
        </p:nvSpPr>
        <p:spPr>
          <a:xfrm>
            <a:off x="0" y="0"/>
            <a:ext cx="9144000" cy="5143500"/>
          </a:xfrm>
          <a:prstGeom prst="rect">
            <a:avLst/>
          </a:prstGeom>
          <a:solidFill>
            <a:srgbClr val="DEEEE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100" name="Google Shape;100;p65"/>
          <p:cNvSpPr/>
          <p:nvPr/>
        </p:nvSpPr>
        <p:spPr>
          <a:xfrm>
            <a:off x="0" y="0"/>
            <a:ext cx="9144000" cy="5143500"/>
          </a:xfrm>
          <a:prstGeom prst="rect">
            <a:avLst/>
          </a:prstGeom>
          <a:solidFill>
            <a:srgbClr val="FAFFFA"/>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101" name="Google Shape;101;p65" descr="preencoded.png">
            <a:hlinkClick r:id="rId2"/>
          </p:cNvPr>
          <p:cNvPicPr preferRelativeResize="0"/>
          <p:nvPr/>
        </p:nvPicPr>
        <p:blipFill rotWithShape="1">
          <a:blip r:embed="rId3">
            <a:alphaModFix/>
          </a:blip>
          <a:srcRect/>
          <a:stretch/>
        </p:blipFill>
        <p:spPr>
          <a:xfrm>
            <a:off x="8024509" y="4843463"/>
            <a:ext cx="1076628" cy="257175"/>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lide 27 master">
  <p:cSld name="Slide 27 master">
    <p:bg>
      <p:bgPr>
        <a:solidFill>
          <a:srgbClr val="000000"/>
        </a:solidFill>
        <a:effectLst/>
      </p:bgPr>
    </p:bg>
    <p:spTree>
      <p:nvGrpSpPr>
        <p:cNvPr id="1" name="Shape 102"/>
        <p:cNvGrpSpPr/>
        <p:nvPr/>
      </p:nvGrpSpPr>
      <p:grpSpPr>
        <a:xfrm>
          <a:off x="0" y="0"/>
          <a:ext cx="0" cy="0"/>
          <a:chOff x="0" y="0"/>
          <a:chExt cx="0" cy="0"/>
        </a:xfrm>
      </p:grpSpPr>
      <p:sp>
        <p:nvSpPr>
          <p:cNvPr id="103" name="Google Shape;103;p66"/>
          <p:cNvSpPr/>
          <p:nvPr/>
        </p:nvSpPr>
        <p:spPr>
          <a:xfrm>
            <a:off x="0" y="0"/>
            <a:ext cx="9144000" cy="5143500"/>
          </a:xfrm>
          <a:prstGeom prst="rect">
            <a:avLst/>
          </a:prstGeom>
          <a:solidFill>
            <a:srgbClr val="DEEEE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104" name="Google Shape;104;p66"/>
          <p:cNvSpPr/>
          <p:nvPr/>
        </p:nvSpPr>
        <p:spPr>
          <a:xfrm>
            <a:off x="0" y="0"/>
            <a:ext cx="9144000" cy="5143500"/>
          </a:xfrm>
          <a:prstGeom prst="rect">
            <a:avLst/>
          </a:prstGeom>
          <a:solidFill>
            <a:srgbClr val="FAFFFA"/>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105" name="Google Shape;105;p66" descr="preencoded.png">
            <a:hlinkClick r:id="rId2"/>
          </p:cNvPr>
          <p:cNvPicPr preferRelativeResize="0"/>
          <p:nvPr/>
        </p:nvPicPr>
        <p:blipFill rotWithShape="1">
          <a:blip r:embed="rId3">
            <a:alphaModFix/>
          </a:blip>
          <a:srcRect/>
          <a:stretch/>
        </p:blipFill>
        <p:spPr>
          <a:xfrm>
            <a:off x="8024509" y="4843463"/>
            <a:ext cx="1076628" cy="257175"/>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lide 28 master">
  <p:cSld name="Slide 28 master">
    <p:bg>
      <p:bgPr>
        <a:solidFill>
          <a:srgbClr val="000000"/>
        </a:solidFill>
        <a:effectLst/>
      </p:bgPr>
    </p:bg>
    <p:spTree>
      <p:nvGrpSpPr>
        <p:cNvPr id="1" name="Shape 106"/>
        <p:cNvGrpSpPr/>
        <p:nvPr/>
      </p:nvGrpSpPr>
      <p:grpSpPr>
        <a:xfrm>
          <a:off x="0" y="0"/>
          <a:ext cx="0" cy="0"/>
          <a:chOff x="0" y="0"/>
          <a:chExt cx="0" cy="0"/>
        </a:xfrm>
      </p:grpSpPr>
      <p:sp>
        <p:nvSpPr>
          <p:cNvPr id="107" name="Google Shape;107;p67"/>
          <p:cNvSpPr/>
          <p:nvPr/>
        </p:nvSpPr>
        <p:spPr>
          <a:xfrm>
            <a:off x="0" y="0"/>
            <a:ext cx="9144000" cy="5143500"/>
          </a:xfrm>
          <a:prstGeom prst="rect">
            <a:avLst/>
          </a:prstGeom>
          <a:solidFill>
            <a:srgbClr val="DEEEE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108" name="Google Shape;108;p67"/>
          <p:cNvSpPr/>
          <p:nvPr/>
        </p:nvSpPr>
        <p:spPr>
          <a:xfrm>
            <a:off x="0" y="0"/>
            <a:ext cx="9144000" cy="5143500"/>
          </a:xfrm>
          <a:prstGeom prst="rect">
            <a:avLst/>
          </a:prstGeom>
          <a:solidFill>
            <a:srgbClr val="FAFFFA"/>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109" name="Google Shape;109;p67" descr="preencoded.png">
            <a:hlinkClick r:id="rId2"/>
          </p:cNvPr>
          <p:cNvPicPr preferRelativeResize="0"/>
          <p:nvPr/>
        </p:nvPicPr>
        <p:blipFill rotWithShape="1">
          <a:blip r:embed="rId3">
            <a:alphaModFix/>
          </a:blip>
          <a:srcRect/>
          <a:stretch/>
        </p:blipFill>
        <p:spPr>
          <a:xfrm>
            <a:off x="8024509" y="4843463"/>
            <a:ext cx="1076628" cy="257175"/>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lide 29 master">
  <p:cSld name="Slide 29 master">
    <p:bg>
      <p:bgPr>
        <a:solidFill>
          <a:srgbClr val="000000"/>
        </a:solidFill>
        <a:effectLst/>
      </p:bgPr>
    </p:bg>
    <p:spTree>
      <p:nvGrpSpPr>
        <p:cNvPr id="1" name="Shape 110"/>
        <p:cNvGrpSpPr/>
        <p:nvPr/>
      </p:nvGrpSpPr>
      <p:grpSpPr>
        <a:xfrm>
          <a:off x="0" y="0"/>
          <a:ext cx="0" cy="0"/>
          <a:chOff x="0" y="0"/>
          <a:chExt cx="0" cy="0"/>
        </a:xfrm>
      </p:grpSpPr>
      <p:sp>
        <p:nvSpPr>
          <p:cNvPr id="111" name="Google Shape;111;p68"/>
          <p:cNvSpPr/>
          <p:nvPr/>
        </p:nvSpPr>
        <p:spPr>
          <a:xfrm>
            <a:off x="0" y="0"/>
            <a:ext cx="9144000" cy="5143500"/>
          </a:xfrm>
          <a:prstGeom prst="rect">
            <a:avLst/>
          </a:prstGeom>
          <a:solidFill>
            <a:srgbClr val="DEEEE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112" name="Google Shape;112;p68"/>
          <p:cNvSpPr/>
          <p:nvPr/>
        </p:nvSpPr>
        <p:spPr>
          <a:xfrm>
            <a:off x="0" y="0"/>
            <a:ext cx="9144000" cy="5143500"/>
          </a:xfrm>
          <a:prstGeom prst="rect">
            <a:avLst/>
          </a:prstGeom>
          <a:solidFill>
            <a:srgbClr val="FAFFFA"/>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113" name="Google Shape;113;p68" descr="preencoded.png">
            <a:hlinkClick r:id="rId2"/>
          </p:cNvPr>
          <p:cNvPicPr preferRelativeResize="0"/>
          <p:nvPr/>
        </p:nvPicPr>
        <p:blipFill rotWithShape="1">
          <a:blip r:embed="rId3">
            <a:alphaModFix/>
          </a:blip>
          <a:srcRect/>
          <a:stretch/>
        </p:blipFill>
        <p:spPr>
          <a:xfrm>
            <a:off x="8024509" y="4843463"/>
            <a:ext cx="1076628" cy="257175"/>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Slide 30 master">
  <p:cSld name="Slide 30 master">
    <p:bg>
      <p:bgPr>
        <a:solidFill>
          <a:srgbClr val="000000"/>
        </a:solidFill>
        <a:effectLst/>
      </p:bgPr>
    </p:bg>
    <p:spTree>
      <p:nvGrpSpPr>
        <p:cNvPr id="1" name="Shape 114"/>
        <p:cNvGrpSpPr/>
        <p:nvPr/>
      </p:nvGrpSpPr>
      <p:grpSpPr>
        <a:xfrm>
          <a:off x="0" y="0"/>
          <a:ext cx="0" cy="0"/>
          <a:chOff x="0" y="0"/>
          <a:chExt cx="0" cy="0"/>
        </a:xfrm>
      </p:grpSpPr>
      <p:sp>
        <p:nvSpPr>
          <p:cNvPr id="115" name="Google Shape;115;p69"/>
          <p:cNvSpPr/>
          <p:nvPr/>
        </p:nvSpPr>
        <p:spPr>
          <a:xfrm>
            <a:off x="0" y="0"/>
            <a:ext cx="9144000" cy="5143500"/>
          </a:xfrm>
          <a:prstGeom prst="rect">
            <a:avLst/>
          </a:prstGeom>
          <a:solidFill>
            <a:srgbClr val="DEEEE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116" name="Google Shape;116;p69"/>
          <p:cNvSpPr/>
          <p:nvPr/>
        </p:nvSpPr>
        <p:spPr>
          <a:xfrm>
            <a:off x="0" y="0"/>
            <a:ext cx="9144000" cy="5143500"/>
          </a:xfrm>
          <a:prstGeom prst="rect">
            <a:avLst/>
          </a:prstGeom>
          <a:solidFill>
            <a:srgbClr val="FAFFFA"/>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117" name="Google Shape;117;p69" descr="preencoded.png">
            <a:hlinkClick r:id="rId2"/>
          </p:cNvPr>
          <p:cNvPicPr preferRelativeResize="0"/>
          <p:nvPr/>
        </p:nvPicPr>
        <p:blipFill rotWithShape="1">
          <a:blip r:embed="rId3">
            <a:alphaModFix/>
          </a:blip>
          <a:srcRect/>
          <a:stretch/>
        </p:blipFill>
        <p:spPr>
          <a:xfrm>
            <a:off x="8024509" y="4843463"/>
            <a:ext cx="1076628" cy="257175"/>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Slide 31 master">
  <p:cSld name="Slide 31 master">
    <p:bg>
      <p:bgPr>
        <a:solidFill>
          <a:srgbClr val="000000"/>
        </a:solidFill>
        <a:effectLst/>
      </p:bgPr>
    </p:bg>
    <p:spTree>
      <p:nvGrpSpPr>
        <p:cNvPr id="1" name="Shape 118"/>
        <p:cNvGrpSpPr/>
        <p:nvPr/>
      </p:nvGrpSpPr>
      <p:grpSpPr>
        <a:xfrm>
          <a:off x="0" y="0"/>
          <a:ext cx="0" cy="0"/>
          <a:chOff x="0" y="0"/>
          <a:chExt cx="0" cy="0"/>
        </a:xfrm>
      </p:grpSpPr>
      <p:sp>
        <p:nvSpPr>
          <p:cNvPr id="119" name="Google Shape;119;p70"/>
          <p:cNvSpPr/>
          <p:nvPr/>
        </p:nvSpPr>
        <p:spPr>
          <a:xfrm>
            <a:off x="0" y="0"/>
            <a:ext cx="9144000" cy="5143500"/>
          </a:xfrm>
          <a:prstGeom prst="rect">
            <a:avLst/>
          </a:prstGeom>
          <a:solidFill>
            <a:srgbClr val="DEEEE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120" name="Google Shape;120;p70"/>
          <p:cNvSpPr/>
          <p:nvPr/>
        </p:nvSpPr>
        <p:spPr>
          <a:xfrm>
            <a:off x="0" y="0"/>
            <a:ext cx="9144000" cy="5143500"/>
          </a:xfrm>
          <a:prstGeom prst="rect">
            <a:avLst/>
          </a:prstGeom>
          <a:solidFill>
            <a:srgbClr val="FAFFFA"/>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121" name="Google Shape;121;p70" descr="preencoded.png">
            <a:hlinkClick r:id="rId2"/>
          </p:cNvPr>
          <p:cNvPicPr preferRelativeResize="0"/>
          <p:nvPr/>
        </p:nvPicPr>
        <p:blipFill rotWithShape="1">
          <a:blip r:embed="rId3">
            <a:alphaModFix/>
          </a:blip>
          <a:srcRect/>
          <a:stretch/>
        </p:blipFill>
        <p:spPr>
          <a:xfrm>
            <a:off x="8024509" y="4843463"/>
            <a:ext cx="1076628" cy="257175"/>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lide 32 master">
  <p:cSld name="Slide 32 master">
    <p:bg>
      <p:bgPr>
        <a:solidFill>
          <a:srgbClr val="000000"/>
        </a:solidFill>
        <a:effectLst/>
      </p:bgPr>
    </p:bg>
    <p:spTree>
      <p:nvGrpSpPr>
        <p:cNvPr id="1" name="Shape 122"/>
        <p:cNvGrpSpPr/>
        <p:nvPr/>
      </p:nvGrpSpPr>
      <p:grpSpPr>
        <a:xfrm>
          <a:off x="0" y="0"/>
          <a:ext cx="0" cy="0"/>
          <a:chOff x="0" y="0"/>
          <a:chExt cx="0" cy="0"/>
        </a:xfrm>
      </p:grpSpPr>
      <p:sp>
        <p:nvSpPr>
          <p:cNvPr id="123" name="Google Shape;123;p71"/>
          <p:cNvSpPr/>
          <p:nvPr/>
        </p:nvSpPr>
        <p:spPr>
          <a:xfrm>
            <a:off x="0" y="0"/>
            <a:ext cx="9144000" cy="5143500"/>
          </a:xfrm>
          <a:prstGeom prst="rect">
            <a:avLst/>
          </a:prstGeom>
          <a:solidFill>
            <a:srgbClr val="DEEEE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124" name="Google Shape;124;p71"/>
          <p:cNvSpPr/>
          <p:nvPr/>
        </p:nvSpPr>
        <p:spPr>
          <a:xfrm>
            <a:off x="0" y="0"/>
            <a:ext cx="9144000" cy="5143500"/>
          </a:xfrm>
          <a:prstGeom prst="rect">
            <a:avLst/>
          </a:prstGeom>
          <a:solidFill>
            <a:srgbClr val="FAFFFA"/>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125" name="Google Shape;125;p71" descr="preencoded.png">
            <a:hlinkClick r:id="rId2"/>
          </p:cNvPr>
          <p:cNvPicPr preferRelativeResize="0"/>
          <p:nvPr/>
        </p:nvPicPr>
        <p:blipFill rotWithShape="1">
          <a:blip r:embed="rId3">
            <a:alphaModFix/>
          </a:blip>
          <a:srcRect/>
          <a:stretch/>
        </p:blipFill>
        <p:spPr>
          <a:xfrm>
            <a:off x="8024509" y="4843463"/>
            <a:ext cx="1076628" cy="257175"/>
          </a:xfrm>
          <a:prstGeom prst="rect">
            <a:avLst/>
          </a:prstGeom>
          <a:noFill/>
          <a:ln>
            <a:noFill/>
          </a:ln>
        </p:spPr>
      </p:pic>
    </p:spTree>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3.xml" Id="rId13" /><Relationship Type="http://schemas.openxmlformats.org/officeDocument/2006/relationships/slideLayout" Target="/ppt/slideLayouts/slideLayout18.xml" Id="rId18" /><Relationship Type="http://schemas.openxmlformats.org/officeDocument/2006/relationships/slideLayout" Target="/ppt/slideLayouts/slideLayout26.xml" Id="rId26" /><Relationship Type="http://schemas.openxmlformats.org/officeDocument/2006/relationships/slideLayout" Target="/ppt/slideLayouts/slideLayout3.xml" Id="rId3" /><Relationship Type="http://schemas.openxmlformats.org/officeDocument/2006/relationships/slideLayout" Target="/ppt/slideLayouts/slideLayout21.xml" Id="rId21" /><Relationship Type="http://schemas.openxmlformats.org/officeDocument/2006/relationships/slideLayout" Target="/ppt/slideLayouts/slideLayout7.xml" Id="rId7" /><Relationship Type="http://schemas.openxmlformats.org/officeDocument/2006/relationships/slideLayout" Target="/ppt/slideLayouts/slideLayout12.xml" Id="rId12" /><Relationship Type="http://schemas.openxmlformats.org/officeDocument/2006/relationships/slideLayout" Target="/ppt/slideLayouts/slideLayout17.xml" Id="rId17" /><Relationship Type="http://schemas.openxmlformats.org/officeDocument/2006/relationships/slideLayout" Target="/ppt/slideLayouts/slideLayout25.xml" Id="rId25" /><Relationship Type="http://schemas.openxmlformats.org/officeDocument/2006/relationships/theme" Target="/ppt/theme/theme1.xml" Id="rId33" /><Relationship Type="http://schemas.openxmlformats.org/officeDocument/2006/relationships/slideLayout" Target="/ppt/slideLayouts/slideLayout2.xml" Id="rId2" /><Relationship Type="http://schemas.openxmlformats.org/officeDocument/2006/relationships/slideLayout" Target="/ppt/slideLayouts/slideLayout20.xml" Id="rId20" /><Relationship Type="http://schemas.openxmlformats.org/officeDocument/2006/relationships/slideLayout" Target="/ppt/slideLayouts/slideLayout29.xml" Id="rId29" /><Relationship Type="http://schemas.openxmlformats.org/officeDocument/2006/relationships/slideLayout" Target="/ppt/slideLayouts/slideLayout1.xml" Id="rId1" /><Relationship Type="http://schemas.openxmlformats.org/officeDocument/2006/relationships/slideLayout" Target="/ppt/slideLayouts/slideLayout6.xml" Id="rId6" /><Relationship Type="http://schemas.openxmlformats.org/officeDocument/2006/relationships/slideLayout" Target="/ppt/slideLayouts/slideLayout24.xml" Id="rId24" /><Relationship Type="http://schemas.openxmlformats.org/officeDocument/2006/relationships/slideLayout" Target="/ppt/slideLayouts/slideLayout5.xml" Id="rId5" /><Relationship Type="http://schemas.openxmlformats.org/officeDocument/2006/relationships/slideLayout" Target="/ppt/slideLayouts/slideLayout28.xml" Id="rId28" /><Relationship Type="http://schemas.openxmlformats.org/officeDocument/2006/relationships/slideLayout" Target="/ppt/slideLayouts/slideLayout10.xml" Id="rId10" /><Relationship Type="http://schemas.openxmlformats.org/officeDocument/2006/relationships/slideLayout" Target="/ppt/slideLayouts/slideLayout19.xml" Id="rId19" /><Relationship Type="http://schemas.openxmlformats.org/officeDocument/2006/relationships/slideLayout" Target="/ppt/slideLayouts/slideLayout4.xml" Id="rId4" /><Relationship Type="http://schemas.openxmlformats.org/officeDocument/2006/relationships/slideLayout" Target="/ppt/slideLayouts/slideLayout9.xml" Id="rId9" /><Relationship Type="http://schemas.openxmlformats.org/officeDocument/2006/relationships/slideLayout" Target="/ppt/slideLayouts/slideLayout14.xml" Id="rId14" /><Relationship Type="http://schemas.openxmlformats.org/officeDocument/2006/relationships/slideLayout" Target="/ppt/slideLayouts/slideLayout27.xml" Id="rId27" /><Relationship Type="http://schemas.openxmlformats.org/officeDocument/2006/relationships/slideLayout" Target="/ppt/slideLayouts/slideLayout30.xml" Id="rId30" /><Relationship Type="http://schemas.openxmlformats.org/officeDocument/2006/relationships/slideLayout" Target="/ppt/slideLayouts/slideLayout8.xml" Id="rId8"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60" r:id="rId12"/>
    <p:sldLayoutId id="2147483661" r:id="rId13"/>
    <p:sldLayoutId id="2147483662" r:id="rId14"/>
    <p:sldLayoutId id="2147483665" r:id="rId17"/>
    <p:sldLayoutId id="2147483666" r:id="rId18"/>
    <p:sldLayoutId id="2147483667" r:id="rId19"/>
    <p:sldLayoutId id="2147483668" r:id="rId20"/>
    <p:sldLayoutId id="2147483669" r:id="rId21"/>
    <p:sldLayoutId id="2147483672" r:id="rId24"/>
    <p:sldLayoutId id="2147483673" r:id="rId25"/>
    <p:sldLayoutId id="2147483674" r:id="rId26"/>
    <p:sldLayoutId id="2147483675" r:id="rId27"/>
    <p:sldLayoutId id="2147483676" r:id="rId28"/>
    <p:sldLayoutId id="2147483677" r:id="rId29"/>
    <p:sldLayoutId id="2147483678" r:id="rId3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ppt/media/image2.png" Id="rId3" /><Relationship Type="http://schemas.openxmlformats.org/officeDocument/2006/relationships/notesSlide" Target="/ppt/notesSlides/notesSlide1.xml" Id="rId2" /><Relationship Type="http://schemas.openxmlformats.org/officeDocument/2006/relationships/slideLayout" Target="/ppt/slideLayouts/slideLayout1.xml" Id="rId1" /></Relationships>
</file>

<file path=ppt/slides/_rels/slide2.xml.rels>&#65279;<?xml version="1.0" encoding="utf-8"?><Relationships xmlns="http://schemas.openxmlformats.org/package/2006/relationships"><Relationship Type="http://schemas.openxmlformats.org/officeDocument/2006/relationships/notesSlide" Target="/ppt/notesSlides/notesSlide2.xml" Id="rId2" /><Relationship Type="http://schemas.openxmlformats.org/officeDocument/2006/relationships/slideLayout" Target="/ppt/slideLayouts/slideLayout2.xml" Id="rId1" /></Relationships>
</file>

<file path=ppt/slides/_rels/slide3.xml.rels>&#65279;<?xml version="1.0" encoding="utf-8"?><Relationships xmlns="http://schemas.openxmlformats.org/package/2006/relationships"><Relationship Type="http://schemas.openxmlformats.org/officeDocument/2006/relationships/notesSlide" Target="/ppt/notesSlides/notesSlide3.xml" Id="rId2" /><Relationship Type="http://schemas.openxmlformats.org/officeDocument/2006/relationships/slideLayout" Target="/ppt/slideLayouts/slideLayout3.xml" Id="rId1" /></Relationships>
</file>

<file path=ppt/slides/_rels/slide4.xml.rels>&#65279;<?xml version="1.0" encoding="utf-8"?><Relationships xmlns="http://schemas.openxmlformats.org/package/2006/relationships"><Relationship Type="http://schemas.openxmlformats.org/officeDocument/2006/relationships/image" Target="/ppt/media/image3.png" Id="rId3" /><Relationship Type="http://schemas.openxmlformats.org/officeDocument/2006/relationships/image" Target="/ppt/media/image7.png" Id="rId7" /><Relationship Type="http://schemas.openxmlformats.org/officeDocument/2006/relationships/notesSlide" Target="/ppt/notesSlides/notesSlide4.xml" Id="rId2" /><Relationship Type="http://schemas.openxmlformats.org/officeDocument/2006/relationships/slideLayout" Target="/ppt/slideLayouts/slideLayout4.xml" Id="rId1" /><Relationship Type="http://schemas.openxmlformats.org/officeDocument/2006/relationships/image" Target="/ppt/media/image6.png" Id="rId6" /><Relationship Type="http://schemas.openxmlformats.org/officeDocument/2006/relationships/image" Target="/ppt/media/image5.png" Id="rId5" /><Relationship Type="http://schemas.openxmlformats.org/officeDocument/2006/relationships/image" Target="/ppt/media/image4.png" Id="rId4" /></Relationships>
</file>

<file path=ppt/slides/_rels/slide5.xml.rels>&#65279;<?xml version="1.0" encoding="utf-8"?><Relationships xmlns="http://schemas.openxmlformats.org/package/2006/relationships"><Relationship Type="http://schemas.openxmlformats.org/officeDocument/2006/relationships/image" Target="/ppt/media/image8.png" Id="rId3" /><Relationship Type="http://schemas.openxmlformats.org/officeDocument/2006/relationships/notesSlide" Target="/ppt/notesSlides/notesSlide5.xml" Id="rId2" /><Relationship Type="http://schemas.openxmlformats.org/officeDocument/2006/relationships/slideLayout" Target="/ppt/slideLayouts/slideLayout5.xml" Id="rId1" /></Relationships>
</file>

<file path=ppt/slides/_rels/slide6.xml.rels>&#65279;<?xml version="1.0" encoding="utf-8"?><Relationships xmlns="http://schemas.openxmlformats.org/package/2006/relationships"><Relationship Type="http://schemas.openxmlformats.org/officeDocument/2006/relationships/image" Target="/ppt/media/image9.png" Id="rId3" /><Relationship Type="http://schemas.openxmlformats.org/officeDocument/2006/relationships/notesSlide" Target="/ppt/notesSlides/notesSlide6.xml" Id="rId2" /><Relationship Type="http://schemas.openxmlformats.org/officeDocument/2006/relationships/slideLayout" Target="/ppt/slideLayouts/slideLayout6.xml" Id="rId1" /></Relationships>
</file>

<file path=ppt/slides/_rels/slide7.xml.rels>&#65279;<?xml version="1.0" encoding="utf-8"?><Relationships xmlns="http://schemas.openxmlformats.org/package/2006/relationships"><Relationship Type="http://schemas.openxmlformats.org/officeDocument/2006/relationships/notesSlide" Target="/ppt/notesSlides/notesSlide7.xml" Id="rId2" /><Relationship Type="http://schemas.openxmlformats.org/officeDocument/2006/relationships/slideLayout" Target="/ppt/slideLayouts/slideLayout7.xml" Id="rId1" /></Relationships>
</file>

<file path=ppt/slides/_rels/slide8.xml.rels>&#65279;<?xml version="1.0" encoding="utf-8"?><Relationships xmlns="http://schemas.openxmlformats.org/package/2006/relationships"><Relationship Type="http://schemas.openxmlformats.org/officeDocument/2006/relationships/image" Target="/ppt/media/image10.png" Id="rId3" /><Relationship Type="http://schemas.openxmlformats.org/officeDocument/2006/relationships/notesSlide" Target="/ppt/notesSlides/notesSlide8.xml" Id="rId2" /><Relationship Type="http://schemas.openxmlformats.org/officeDocument/2006/relationships/slideLayout" Target="/ppt/slideLayouts/slideLayout8.xml" Id="rId1" /></Relationships>
</file>

<file path=ppt/slides/_rels/slide9.xml.rels>&#65279;<?xml version="1.0" encoding="utf-8"?><Relationships xmlns="http://schemas.openxmlformats.org/package/2006/relationships"><Relationship Type="http://schemas.openxmlformats.org/officeDocument/2006/relationships/image" Target="/ppt/media/image11.png" Id="rId3" /><Relationship Type="http://schemas.openxmlformats.org/officeDocument/2006/relationships/notesSlide" Target="/ppt/notesSlides/notesSlide9.xml" Id="rId2" /><Relationship Type="http://schemas.openxmlformats.org/officeDocument/2006/relationships/slideLayout" Target="/ppt/slideLayouts/slideLayout8.xml" Id="rId1" /></Relationships>
</file>

<file path=ppt/slides/_rels/slide10.xml.rels>&#65279;<?xml version="1.0" encoding="utf-8"?><Relationships xmlns="http://schemas.openxmlformats.org/package/2006/relationships"><Relationship Type="http://schemas.openxmlformats.org/officeDocument/2006/relationships/image" Target="/ppt/media/image12.png" Id="rId3" /><Relationship Type="http://schemas.openxmlformats.org/officeDocument/2006/relationships/notesSlide" Target="/ppt/notesSlides/notesSlide10.xml" Id="rId2" /><Relationship Type="http://schemas.openxmlformats.org/officeDocument/2006/relationships/slideLayout" Target="/ppt/slideLayouts/slideLayout8.xml" Id="rId1" /></Relationships>
</file>

<file path=ppt/slides/_rels/slide11.xml.rels>&#65279;<?xml version="1.0" encoding="utf-8"?><Relationships xmlns="http://schemas.openxmlformats.org/package/2006/relationships"><Relationship Type="http://schemas.openxmlformats.org/officeDocument/2006/relationships/image" Target="/ppt/media/image13.png" Id="rId3" /><Relationship Type="http://schemas.openxmlformats.org/officeDocument/2006/relationships/notesSlide" Target="/ppt/notesSlides/notesSlide11.xml" Id="rId2" /><Relationship Type="http://schemas.openxmlformats.org/officeDocument/2006/relationships/slideLayout" Target="/ppt/slideLayouts/slideLayout1.xml" Id="rId1" /></Relationships>
</file>

<file path=ppt/slides/_rels/slide12.xml.rels>&#65279;<?xml version="1.0" encoding="utf-8"?><Relationships xmlns="http://schemas.openxmlformats.org/package/2006/relationships"><Relationship Type="http://schemas.openxmlformats.org/officeDocument/2006/relationships/image" Target="/ppt/media/image14.png" Id="rId3" /><Relationship Type="http://schemas.openxmlformats.org/officeDocument/2006/relationships/notesSlide" Target="/ppt/notesSlides/notesSlide12.xml" Id="rId2" /><Relationship Type="http://schemas.openxmlformats.org/officeDocument/2006/relationships/slideLayout" Target="/ppt/slideLayouts/slideLayout2.xml" Id="rId1" /></Relationships>
</file>

<file path=ppt/slides/_rels/slide13.xml.rels>&#65279;<?xml version="1.0" encoding="utf-8"?><Relationships xmlns="http://schemas.openxmlformats.org/package/2006/relationships"><Relationship Type="http://schemas.openxmlformats.org/officeDocument/2006/relationships/image" Target="/ppt/media/image15.png" Id="rId3" /><Relationship Type="http://schemas.openxmlformats.org/officeDocument/2006/relationships/notesSlide" Target="/ppt/notesSlides/notesSlide13.xml" Id="rId2" /><Relationship Type="http://schemas.openxmlformats.org/officeDocument/2006/relationships/slideLayout" Target="/ppt/slideLayouts/slideLayout1.xml" Id="rId1" /></Relationships>
</file>

<file path=ppt/slides/_rels/slide14.xml.rels>&#65279;<?xml version="1.0" encoding="utf-8"?><Relationships xmlns="http://schemas.openxmlformats.org/package/2006/relationships"><Relationship Type="http://schemas.openxmlformats.org/officeDocument/2006/relationships/image" Target="/ppt/media/image16.png" Id="rId3" /><Relationship Type="http://schemas.openxmlformats.org/officeDocument/2006/relationships/notesSlide" Target="/ppt/notesSlides/notesSlide14.xml" Id="rId2" /><Relationship Type="http://schemas.openxmlformats.org/officeDocument/2006/relationships/slideLayout" Target="/ppt/slideLayouts/slideLayout4.xml" Id="rId1" /></Relationships>
</file>

<file path=ppt/slides/_rels/slide15.xml.rels>&#65279;<?xml version="1.0" encoding="utf-8"?><Relationships xmlns="http://schemas.openxmlformats.org/package/2006/relationships"><Relationship Type="http://schemas.openxmlformats.org/officeDocument/2006/relationships/image" Target="/ppt/media/image17.jpg" Id="rId3" /><Relationship Type="http://schemas.openxmlformats.org/officeDocument/2006/relationships/notesSlide" Target="/ppt/notesSlides/notesSlide15.xml" Id="rId2" /><Relationship Type="http://schemas.openxmlformats.org/officeDocument/2006/relationships/slideLayout" Target="/ppt/slideLayouts/slideLayout5.xml" Id="rId1" /></Relationships>
</file>

<file path=ppt/slides/_rels/slide16.xml.rels>&#65279;<?xml version="1.0" encoding="utf-8"?><Relationships xmlns="http://schemas.openxmlformats.org/package/2006/relationships"><Relationship Type="http://schemas.openxmlformats.org/officeDocument/2006/relationships/image" Target="/ppt/media/image18.png" Id="rId3" /><Relationship Type="http://schemas.openxmlformats.org/officeDocument/2006/relationships/notesSlide" Target="/ppt/notesSlides/notesSlide16.xml" Id="rId2" /><Relationship Type="http://schemas.openxmlformats.org/officeDocument/2006/relationships/slideLayout" Target="/ppt/slideLayouts/slideLayout6.xml" Id="rId1" /></Relationships>
</file>

<file path=ppt/slides/_rels/slide17.xml.rels>&#65279;<?xml version="1.0" encoding="utf-8"?><Relationships xmlns="http://schemas.openxmlformats.org/package/2006/relationships"><Relationship Type="http://schemas.openxmlformats.org/officeDocument/2006/relationships/image" Target="/ppt/media/image19.png" Id="rId3" /><Relationship Type="http://schemas.openxmlformats.org/officeDocument/2006/relationships/notesSlide" Target="/ppt/notesSlides/notesSlide17.xml" Id="rId2" /><Relationship Type="http://schemas.openxmlformats.org/officeDocument/2006/relationships/slideLayout" Target="/ppt/slideLayouts/slideLayout7.xml" Id="rId1" /></Relationships>
</file>

<file path=ppt/slides/_rels/slide18.xml.rels>&#65279;<?xml version="1.0" encoding="utf-8"?><Relationships xmlns="http://schemas.openxmlformats.org/package/2006/relationships"><Relationship Type="http://schemas.openxmlformats.org/officeDocument/2006/relationships/image" Target="/ppt/media/image20.png" Id="rId3" /><Relationship Type="http://schemas.openxmlformats.org/officeDocument/2006/relationships/notesSlide" Target="/ppt/notesSlides/notesSlide18.xml" Id="rId2" /><Relationship Type="http://schemas.openxmlformats.org/officeDocument/2006/relationships/slideLayout" Target="/ppt/slideLayouts/slideLayout7.xml" Id="rId1" /></Relationships>
</file>

<file path=ppt/slides/_rels/slide19.xml.rels>&#65279;<?xml version="1.0" encoding="utf-8"?><Relationships xmlns="http://schemas.openxmlformats.org/package/2006/relationships"><Relationship Type="http://schemas.openxmlformats.org/officeDocument/2006/relationships/notesSlide" Target="/ppt/notesSlides/notesSlide19.xml" Id="rId2" /><Relationship Type="http://schemas.openxmlformats.org/officeDocument/2006/relationships/slideLayout" Target="/ppt/slideLayouts/slideLayout8.xml" Id="rId1" /></Relationships>
</file>

<file path=ppt/slides/_rels/slide20.xml.rels>&#65279;<?xml version="1.0" encoding="utf-8"?><Relationships xmlns="http://schemas.openxmlformats.org/package/2006/relationships"><Relationship Type="http://schemas.openxmlformats.org/officeDocument/2006/relationships/image" Target="/ppt/media/image21.png" Id="rId3" /><Relationship Type="http://schemas.openxmlformats.org/officeDocument/2006/relationships/notesSlide" Target="/ppt/notesSlides/notesSlide20.xml" Id="rId2" /><Relationship Type="http://schemas.openxmlformats.org/officeDocument/2006/relationships/slideLayout" Target="/ppt/slideLayouts/slideLayout9.xml" Id="rId1" /></Relationships>
</file>

<file path=ppt/slides/_rels/slide21.xml.rels>&#65279;<?xml version="1.0" encoding="utf-8"?><Relationships xmlns="http://schemas.openxmlformats.org/package/2006/relationships"><Relationship Type="http://schemas.openxmlformats.org/officeDocument/2006/relationships/notesSlide" Target="/ppt/notesSlides/notesSlide21.xml" Id="rId2" /><Relationship Type="http://schemas.openxmlformats.org/officeDocument/2006/relationships/slideLayout" Target="/ppt/slideLayouts/slideLayout10.xml" Id="rId1" /></Relationships>
</file>

<file path=ppt/slides/_rels/slide22.xml.rels>&#65279;<?xml version="1.0" encoding="utf-8"?><Relationships xmlns="http://schemas.openxmlformats.org/package/2006/relationships"><Relationship Type="http://schemas.openxmlformats.org/officeDocument/2006/relationships/image" Target="/ppt/media/image22.png" Id="rId3" /><Relationship Type="http://schemas.openxmlformats.org/officeDocument/2006/relationships/notesSlide" Target="/ppt/notesSlides/notesSlide22.xml" Id="rId2" /><Relationship Type="http://schemas.openxmlformats.org/officeDocument/2006/relationships/slideLayout" Target="/ppt/slideLayouts/slideLayout12.xml" Id="rId1" /><Relationship Type="http://schemas.openxmlformats.org/officeDocument/2006/relationships/image" Target="/ppt/media/image23.png" Id="rId4" /></Relationships>
</file>

<file path=ppt/slides/_rels/slide23.xml.rels>&#65279;<?xml version="1.0" encoding="utf-8"?><Relationships xmlns="http://schemas.openxmlformats.org/package/2006/relationships"><Relationship Type="http://schemas.openxmlformats.org/officeDocument/2006/relationships/image" Target="/ppt/media/image24.png" Id="rId3" /><Relationship Type="http://schemas.openxmlformats.org/officeDocument/2006/relationships/notesSlide" Target="/ppt/notesSlides/notesSlide23.xml" Id="rId2" /><Relationship Type="http://schemas.openxmlformats.org/officeDocument/2006/relationships/slideLayout" Target="/ppt/slideLayouts/slideLayout13.xml" Id="rId1" /></Relationships>
</file>

<file path=ppt/slides/_rels/slide24.xml.rels>&#65279;<?xml version="1.0" encoding="utf-8"?><Relationships xmlns="http://schemas.openxmlformats.org/package/2006/relationships"><Relationship Type="http://schemas.openxmlformats.org/officeDocument/2006/relationships/image" Target="/ppt/media/image25.png" Id="rId3" /><Relationship Type="http://schemas.openxmlformats.org/officeDocument/2006/relationships/notesSlide" Target="/ppt/notesSlides/notesSlide24.xml" Id="rId2" /><Relationship Type="http://schemas.openxmlformats.org/officeDocument/2006/relationships/slideLayout" Target="/ppt/slideLayouts/slideLayout13.xml" Id="rId1" /></Relationships>
</file>

<file path=ppt/slides/_rels/slide25.xml.rels>&#65279;<?xml version="1.0" encoding="utf-8"?><Relationships xmlns="http://schemas.openxmlformats.org/package/2006/relationships"><Relationship Type="http://schemas.openxmlformats.org/officeDocument/2006/relationships/image" Target="/ppt/media/image26.png" Id="rId3" /><Relationship Type="http://schemas.openxmlformats.org/officeDocument/2006/relationships/notesSlide" Target="/ppt/notesSlides/notesSlide25.xml" Id="rId2" /><Relationship Type="http://schemas.openxmlformats.org/officeDocument/2006/relationships/slideLayout" Target="/ppt/slideLayouts/slideLayout13.xml" Id="rId1" /><Relationship Type="http://schemas.openxmlformats.org/officeDocument/2006/relationships/image" Target="/ppt/media/image27.png" Id="rId4" /></Relationships>
</file>

<file path=ppt/slides/_rels/slide26.xml.rels>&#65279;<?xml version="1.0" encoding="utf-8"?><Relationships xmlns="http://schemas.openxmlformats.org/package/2006/relationships"><Relationship Type="http://schemas.openxmlformats.org/officeDocument/2006/relationships/image" Target="/ppt/media/image28.png" Id="rId3" /><Relationship Type="http://schemas.openxmlformats.org/officeDocument/2006/relationships/notesSlide" Target="/ppt/notesSlides/notesSlide26.xml" Id="rId2" /><Relationship Type="http://schemas.openxmlformats.org/officeDocument/2006/relationships/slideLayout" Target="/ppt/slideLayouts/slideLayout13.xml" Id="rId1" /></Relationships>
</file>

<file path=ppt/slides/_rels/slide27.xml.rels>&#65279;<?xml version="1.0" encoding="utf-8"?><Relationships xmlns="http://schemas.openxmlformats.org/package/2006/relationships"><Relationship Type="http://schemas.openxmlformats.org/officeDocument/2006/relationships/image" Target="/ppt/media/image29.png" Id="rId3" /><Relationship Type="http://schemas.openxmlformats.org/officeDocument/2006/relationships/notesSlide" Target="/ppt/notesSlides/notesSlide27.xml" Id="rId2" /><Relationship Type="http://schemas.openxmlformats.org/officeDocument/2006/relationships/slideLayout" Target="/ppt/slideLayouts/slideLayout13.xml" Id="rId1" /><Relationship Type="http://schemas.openxmlformats.org/officeDocument/2006/relationships/image" Target="/ppt/media/image30.png" Id="rId4" /></Relationships>
</file>

<file path=ppt/slides/_rels/slide28.xml.rels>&#65279;<?xml version="1.0" encoding="utf-8"?><Relationships xmlns="http://schemas.openxmlformats.org/package/2006/relationships"><Relationship Type="http://schemas.openxmlformats.org/officeDocument/2006/relationships/image" Target="/ppt/media/image31.png" Id="rId3" /><Relationship Type="http://schemas.openxmlformats.org/officeDocument/2006/relationships/notesSlide" Target="/ppt/notesSlides/notesSlide28.xml" Id="rId2" /><Relationship Type="http://schemas.openxmlformats.org/officeDocument/2006/relationships/slideLayout" Target="/ppt/slideLayouts/slideLayout13.xml" Id="rId1" /></Relationships>
</file>

<file path=ppt/slides/_rels/slide29.xml.rels>&#65279;<?xml version="1.0" encoding="utf-8"?><Relationships xmlns="http://schemas.openxmlformats.org/package/2006/relationships"><Relationship Type="http://schemas.openxmlformats.org/officeDocument/2006/relationships/image" Target="/ppt/media/image32.png" Id="rId3" /><Relationship Type="http://schemas.openxmlformats.org/officeDocument/2006/relationships/notesSlide" Target="/ppt/notesSlides/notesSlide29.xml" Id="rId2" /><Relationship Type="http://schemas.openxmlformats.org/officeDocument/2006/relationships/slideLayout" Target="/ppt/slideLayouts/slideLayout14.xml" Id="rId1" /></Relationships>
</file>

<file path=ppt/slides/_rels/slide30.xml.rels>&#65279;<?xml version="1.0" encoding="utf-8"?><Relationships xmlns="http://schemas.openxmlformats.org/package/2006/relationships"><Relationship Type="http://schemas.openxmlformats.org/officeDocument/2006/relationships/image" Target="/ppt/media/image33.png" Id="rId3" /><Relationship Type="http://schemas.openxmlformats.org/officeDocument/2006/relationships/notesSlide" Target="/ppt/notesSlides/notesSlide30.xml" Id="rId2" /><Relationship Type="http://schemas.openxmlformats.org/officeDocument/2006/relationships/slideLayout" Target="/ppt/slideLayouts/slideLayout17.xml" Id="rId1" /></Relationships>
</file>

<file path=ppt/slides/_rels/slide31.xml.rels>&#65279;<?xml version="1.0" encoding="utf-8"?><Relationships xmlns="http://schemas.openxmlformats.org/package/2006/relationships"><Relationship Type="http://schemas.openxmlformats.org/officeDocument/2006/relationships/image" Target="/ppt/media/image34.png" Id="rId3" /><Relationship Type="http://schemas.openxmlformats.org/officeDocument/2006/relationships/notesSlide" Target="/ppt/notesSlides/notesSlide31.xml" Id="rId2" /><Relationship Type="http://schemas.openxmlformats.org/officeDocument/2006/relationships/slideLayout" Target="/ppt/slideLayouts/slideLayout18.xml" Id="rId1" /></Relationships>
</file>

<file path=ppt/slides/_rels/slide32.xml.rels>&#65279;<?xml version="1.0" encoding="utf-8"?><Relationships xmlns="http://schemas.openxmlformats.org/package/2006/relationships"><Relationship Type="http://schemas.openxmlformats.org/officeDocument/2006/relationships/image" Target="/ppt/media/image35.png" Id="rId3" /><Relationship Type="http://schemas.openxmlformats.org/officeDocument/2006/relationships/notesSlide" Target="/ppt/notesSlides/notesSlide32.xml" Id="rId2" /><Relationship Type="http://schemas.openxmlformats.org/officeDocument/2006/relationships/slideLayout" Target="/ppt/slideLayouts/slideLayout19.xml" Id="rId1" /></Relationships>
</file>

<file path=ppt/slides/_rels/slide33.xml.rels>&#65279;<?xml version="1.0" encoding="utf-8"?><Relationships xmlns="http://schemas.openxmlformats.org/package/2006/relationships"><Relationship Type="http://schemas.openxmlformats.org/officeDocument/2006/relationships/image" Target="/ppt/media/image36.png" Id="rId3" /><Relationship Type="http://schemas.openxmlformats.org/officeDocument/2006/relationships/notesSlide" Target="/ppt/notesSlides/notesSlide33.xml" Id="rId2" /><Relationship Type="http://schemas.openxmlformats.org/officeDocument/2006/relationships/slideLayout" Target="/ppt/slideLayouts/slideLayout20.xml" Id="rId1" /><Relationship Type="http://schemas.openxmlformats.org/officeDocument/2006/relationships/image" Target="/ppt/media/image38.png" Id="rId5" /><Relationship Type="http://schemas.openxmlformats.org/officeDocument/2006/relationships/image" Target="/ppt/media/image37.png" Id="rId4" /></Relationships>
</file>

<file path=ppt/slides/_rels/slide34.xml.rels>&#65279;<?xml version="1.0" encoding="utf-8"?><Relationships xmlns="http://schemas.openxmlformats.org/package/2006/relationships"><Relationship Type="http://schemas.openxmlformats.org/officeDocument/2006/relationships/image" Target="/ppt/media/image39.png" Id="rId3" /><Relationship Type="http://schemas.openxmlformats.org/officeDocument/2006/relationships/notesSlide" Target="/ppt/notesSlides/notesSlide34.xml" Id="rId2" /><Relationship Type="http://schemas.openxmlformats.org/officeDocument/2006/relationships/slideLayout" Target="/ppt/slideLayouts/slideLayout21.xml" Id="rId1" /></Relationships>
</file>

<file path=ppt/slides/_rels/slide35.xml.rels>&#65279;<?xml version="1.0" encoding="utf-8"?><Relationships xmlns="http://schemas.openxmlformats.org/package/2006/relationships"><Relationship Type="http://schemas.openxmlformats.org/officeDocument/2006/relationships/image" Target="/ppt/media/image39.png" Id="rId3" /><Relationship Type="http://schemas.openxmlformats.org/officeDocument/2006/relationships/notesSlide" Target="/ppt/notesSlides/notesSlide35.xml" Id="rId2" /><Relationship Type="http://schemas.openxmlformats.org/officeDocument/2006/relationships/slideLayout" Target="/ppt/slideLayouts/slideLayout21.xml" Id="rId1" /></Relationships>
</file>

<file path=ppt/slides/_rels/slide36.xml.rels>&#65279;<?xml version="1.0" encoding="utf-8"?><Relationships xmlns="http://schemas.openxmlformats.org/package/2006/relationships"><Relationship Type="http://schemas.openxmlformats.org/officeDocument/2006/relationships/image" Target="/ppt/media/image40.png" Id="rId3" /><Relationship Type="http://schemas.openxmlformats.org/officeDocument/2006/relationships/notesSlide" Target="/ppt/notesSlides/notesSlide36.xml" Id="rId2" /><Relationship Type="http://schemas.openxmlformats.org/officeDocument/2006/relationships/slideLayout" Target="/ppt/slideLayouts/slideLayout24.xml" Id="rId1" /></Relationships>
</file>

<file path=ppt/slides/_rels/slide37.xml.rels>&#65279;<?xml version="1.0" encoding="utf-8"?><Relationships xmlns="http://schemas.openxmlformats.org/package/2006/relationships"><Relationship Type="http://schemas.openxmlformats.org/officeDocument/2006/relationships/image" Target="/ppt/media/image41.png" Id="rId3" /><Relationship Type="http://schemas.openxmlformats.org/officeDocument/2006/relationships/notesSlide" Target="/ppt/notesSlides/notesSlide37.xml" Id="rId2" /><Relationship Type="http://schemas.openxmlformats.org/officeDocument/2006/relationships/slideLayout" Target="/ppt/slideLayouts/slideLayout25.xml" Id="rId1" /><Relationship Type="http://schemas.openxmlformats.org/officeDocument/2006/relationships/image" Target="/ppt/media/image44.png" Id="rId6" /><Relationship Type="http://schemas.openxmlformats.org/officeDocument/2006/relationships/image" Target="/ppt/media/image43.png" Id="rId5" /><Relationship Type="http://schemas.openxmlformats.org/officeDocument/2006/relationships/image" Target="/ppt/media/image42.png" Id="rId4" /></Relationships>
</file>

<file path=ppt/slides/_rels/slide38.xml.rels>&#65279;<?xml version="1.0" encoding="utf-8"?><Relationships xmlns="http://schemas.openxmlformats.org/package/2006/relationships"><Relationship Type="http://schemas.openxmlformats.org/officeDocument/2006/relationships/image" Target="/ppt/media/image45.png" Id="rId3" /><Relationship Type="http://schemas.openxmlformats.org/officeDocument/2006/relationships/notesSlide" Target="/ppt/notesSlides/notesSlide38.xml" Id="rId2" /><Relationship Type="http://schemas.openxmlformats.org/officeDocument/2006/relationships/slideLayout" Target="/ppt/slideLayouts/slideLayout26.xml" Id="rId1" /><Relationship Type="http://schemas.openxmlformats.org/officeDocument/2006/relationships/image" Target="/ppt/media/image46.png" Id="rId4" /></Relationships>
</file>

<file path=ppt/slides/_rels/slide39.xml.rels>&#65279;<?xml version="1.0" encoding="utf-8"?><Relationships xmlns="http://schemas.openxmlformats.org/package/2006/relationships"><Relationship Type="http://schemas.openxmlformats.org/officeDocument/2006/relationships/notesSlide" Target="/ppt/notesSlides/notesSlide39.xml" Id="rId2" /><Relationship Type="http://schemas.openxmlformats.org/officeDocument/2006/relationships/slideLayout" Target="/ppt/slideLayouts/slideLayout27.xml" Id="rId1" /></Relationships>
</file>

<file path=ppt/slides/_rels/slide40.xml.rels>&#65279;<?xml version="1.0" encoding="utf-8"?><Relationships xmlns="http://schemas.openxmlformats.org/package/2006/relationships"><Relationship Type="http://schemas.openxmlformats.org/officeDocument/2006/relationships/image" Target="/ppt/media/image47.png" Id="rId3" /><Relationship Type="http://schemas.openxmlformats.org/officeDocument/2006/relationships/notesSlide" Target="/ppt/notesSlides/notesSlide40.xml" Id="rId2" /><Relationship Type="http://schemas.openxmlformats.org/officeDocument/2006/relationships/slideLayout" Target="/ppt/slideLayouts/slideLayout28.xml" Id="rId1" /><Relationship Type="http://schemas.openxmlformats.org/officeDocument/2006/relationships/image" Target="/ppt/media/image48.png" Id="rId5" /><Relationship Type="http://schemas.openxmlformats.org/officeDocument/2006/relationships/hyperlink" Target="https://github.com/SharvaniKadarla/RippleWealth/wiki" TargetMode="External" Id="rId4" /></Relationships>
</file>

<file path=ppt/slides/_rels/slide41.xml.rels>&#65279;<?xml version="1.0" encoding="utf-8"?><Relationships xmlns="http://schemas.openxmlformats.org/package/2006/relationships"><Relationship Type="http://schemas.openxmlformats.org/officeDocument/2006/relationships/image" Target="/ppt/media/image49.png" Id="rId3" /><Relationship Type="http://schemas.openxmlformats.org/officeDocument/2006/relationships/notesSlide" Target="/ppt/notesSlides/notesSlide41.xml" Id="rId2" /><Relationship Type="http://schemas.openxmlformats.org/officeDocument/2006/relationships/slideLayout" Target="/ppt/slideLayouts/slideLayout29.xml" Id="rId1" /><Relationship Type="http://schemas.openxmlformats.org/officeDocument/2006/relationships/image" Target="/ppt/media/image50.png" Id="rId5" /><Relationship Type="http://schemas.openxmlformats.org/officeDocument/2006/relationships/hyperlink" Target="https://github.com/SharvaniKadarla/RippleWealth/tree/main/ProjectDocs/Artifacts/Application%20Artifacts/Technical%20Paper" TargetMode="External" Id="rId4" /></Relationships>
</file>

<file path=ppt/slides/_rels/slide42.xml.rels>&#65279;<?xml version="1.0" encoding="utf-8"?><Relationships xmlns="http://schemas.openxmlformats.org/package/2006/relationships"><Relationship Type="http://schemas.openxmlformats.org/officeDocument/2006/relationships/notesSlide" Target="/ppt/notesSlides/notesSlide42.xml" Id="rId2" /><Relationship Type="http://schemas.openxmlformats.org/officeDocument/2006/relationships/slideLayout" Target="/ppt/slideLayouts/slideLayout29.xml" Id="rId1" /><Relationship Type="http://schemas.openxmlformats.org/officeDocument/2006/relationships/image" Target="/ppt/media/image51.png" Id="rId5" /><Relationship Type="http://schemas.openxmlformats.org/officeDocument/2006/relationships/image" Target="/ppt/media/image50.png" Id="rId4" /><Relationship Type="http://schemas.openxmlformats.org/officeDocument/2006/relationships/hyperlink" Target="https://github.com/SharvaniKadarla/RippleWealth/tree/main/ProjectDocs/Artifacts/Application%20Artifacts/Deployment%20Manual" TargetMode="External" Id="rId3" /></Relationships>
</file>

<file path=ppt/slides/_rels/slide43.xml.rels>&#65279;<?xml version="1.0" encoding="utf-8"?><Relationships xmlns="http://schemas.openxmlformats.org/package/2006/relationships"><Relationship Type="http://schemas.openxmlformats.org/officeDocument/2006/relationships/notesSlide" Target="/ppt/notesSlides/notesSlide43.xml" Id="rId2" /><Relationship Type="http://schemas.openxmlformats.org/officeDocument/2006/relationships/slideLayout" Target="/ppt/slideLayouts/slideLayout29.xml" Id="rId1" /><Relationship Type="http://schemas.openxmlformats.org/officeDocument/2006/relationships/image" Target="/ppt/media/image52.png" Id="rId5" /><Relationship Type="http://schemas.openxmlformats.org/officeDocument/2006/relationships/image" Target="/ppt/media/image50.png" Id="rId4" /><Relationship Type="http://schemas.openxmlformats.org/officeDocument/2006/relationships/hyperlink" Target="https://github.com/SharvaniKadarla/RippleWealth/tree/main/ProjectDocs/Artifacts/Application%20Artifacts/API%20Documentation" TargetMode="External" Id="rId3" /></Relationships>
</file>

<file path=ppt/slides/_rels/slide44.xml.rels>&#65279;<?xml version="1.0" encoding="utf-8"?><Relationships xmlns="http://schemas.openxmlformats.org/package/2006/relationships"><Relationship Type="http://schemas.openxmlformats.org/officeDocument/2006/relationships/notesSlide" Target="/ppt/notesSlides/notesSlide44.xml" Id="rId2" /><Relationship Type="http://schemas.openxmlformats.org/officeDocument/2006/relationships/slideLayout" Target="/ppt/slideLayouts/slideLayout30.xml" Id="rId1"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pic>
        <p:nvPicPr>
          <p:cNvPr id="136" name="Google Shape;136;p1" descr="preencoded.png"/>
          <p:cNvPicPr preferRelativeResize="0"/>
          <p:nvPr/>
        </p:nvPicPr>
        <p:blipFill rotWithShape="1">
          <a:blip r:embed="rId3">
            <a:alphaModFix/>
          </a:blip>
          <a:srcRect/>
          <a:stretch/>
        </p:blipFill>
        <p:spPr>
          <a:xfrm>
            <a:off x="5715000" y="0"/>
            <a:ext cx="3429000" cy="5143500"/>
          </a:xfrm>
          <a:prstGeom prst="rect">
            <a:avLst/>
          </a:prstGeom>
          <a:noFill/>
          <a:ln>
            <a:noFill/>
          </a:ln>
        </p:spPr>
      </p:pic>
      <p:sp>
        <p:nvSpPr>
          <p:cNvPr id="137" name="Google Shape;137;p1"/>
          <p:cNvSpPr/>
          <p:nvPr/>
        </p:nvSpPr>
        <p:spPr>
          <a:xfrm>
            <a:off x="496119" y="730669"/>
            <a:ext cx="4722900" cy="1329000"/>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3B4540"/>
              </a:buClr>
              <a:buSzPts val="2781"/>
              <a:buFont typeface="Fraunces ExtraBold"/>
              <a:buNone/>
            </a:pPr>
            <a:r>
              <a:rPr lang="en-US" sz="2906" b="1" i="0" u="none" strike="noStrike" cap="none">
                <a:solidFill>
                  <a:srgbClr val="3B4540"/>
                </a:solidFill>
                <a:latin typeface="Fraunces ExtraBold"/>
                <a:ea typeface="Fraunces ExtraBold"/>
                <a:cs typeface="Fraunces ExtraBold"/>
                <a:sym typeface="Fraunces ExtraBold"/>
              </a:rPr>
              <a:t>RippleWealth: AI-Driven Investment Risk Intelligence Platform</a:t>
            </a:r>
            <a:endParaRPr sz="2906" b="0" i="0" u="none" strike="noStrike" cap="none">
              <a:solidFill>
                <a:schemeClr val="dk1"/>
              </a:solidFill>
              <a:latin typeface="Calibri"/>
              <a:ea typeface="Calibri"/>
              <a:cs typeface="Calibri"/>
              <a:sym typeface="Calibri"/>
            </a:endParaRPr>
          </a:p>
        </p:txBody>
      </p:sp>
      <p:sp>
        <p:nvSpPr>
          <p:cNvPr id="138" name="Google Shape;138;p1"/>
          <p:cNvSpPr/>
          <p:nvPr/>
        </p:nvSpPr>
        <p:spPr>
          <a:xfrm>
            <a:off x="496125" y="2574292"/>
            <a:ext cx="4722900" cy="5766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405449"/>
              </a:buClr>
              <a:buSzPts val="1094"/>
              <a:buFont typeface="Nobile"/>
              <a:buNone/>
            </a:pPr>
            <a:r>
              <a:rPr lang="en-US" sz="1188" b="1" i="0" u="none" strike="noStrike" cap="none">
                <a:solidFill>
                  <a:srgbClr val="405449"/>
                </a:solidFill>
                <a:latin typeface="Nobile"/>
                <a:ea typeface="Nobile"/>
                <a:cs typeface="Nobile"/>
                <a:sym typeface="Nobile"/>
              </a:rPr>
              <a:t>Sprint </a:t>
            </a:r>
            <a:r>
              <a:rPr lang="en-US" sz="1188" b="1">
                <a:solidFill>
                  <a:srgbClr val="405449"/>
                </a:solidFill>
                <a:latin typeface="Nobile"/>
                <a:ea typeface="Nobile"/>
                <a:cs typeface="Nobile"/>
                <a:sym typeface="Nobile"/>
              </a:rPr>
              <a:t>3</a:t>
            </a:r>
            <a:r>
              <a:rPr lang="en-US" sz="1188" b="1" i="0" u="none" strike="noStrike" cap="none">
                <a:solidFill>
                  <a:srgbClr val="405449"/>
                </a:solidFill>
                <a:latin typeface="Nobile"/>
                <a:ea typeface="Nobile"/>
                <a:cs typeface="Nobile"/>
                <a:sym typeface="Nobile"/>
              </a:rPr>
              <a:t> Deliverable:</a:t>
            </a:r>
            <a:r>
              <a:rPr lang="en-US" sz="1188" b="0" i="0" u="none" strike="noStrike" cap="none">
                <a:solidFill>
                  <a:srgbClr val="405449"/>
                </a:solidFill>
                <a:latin typeface="Nobile"/>
                <a:ea typeface="Nobile"/>
                <a:cs typeface="Nobile"/>
                <a:sym typeface="Nobile"/>
              </a:rPr>
              <a:t> </a:t>
            </a:r>
            <a:endParaRPr sz="1188" b="0" i="0" u="none" strike="noStrike" cap="none">
              <a:solidFill>
                <a:srgbClr val="405449"/>
              </a:solidFill>
              <a:latin typeface="Nobile"/>
              <a:ea typeface="Nobile"/>
              <a:cs typeface="Nobile"/>
              <a:sym typeface="Nobile"/>
            </a:endParaRPr>
          </a:p>
          <a:p>
            <a:pPr marL="0" marR="0" lvl="0" indent="0" algn="l" rtl="0">
              <a:lnSpc>
                <a:spcPct val="162857"/>
              </a:lnSpc>
              <a:spcBef>
                <a:spcPts val="0"/>
              </a:spcBef>
              <a:spcAft>
                <a:spcPts val="0"/>
              </a:spcAft>
              <a:buClr>
                <a:srgbClr val="405449"/>
              </a:buClr>
              <a:buSzPts val="1094"/>
              <a:buFont typeface="Nobile"/>
              <a:buNone/>
            </a:pPr>
            <a:r>
              <a:rPr lang="en-US" sz="1188" b="0" i="0" u="none" strike="noStrike" cap="none">
                <a:solidFill>
                  <a:srgbClr val="405449"/>
                </a:solidFill>
                <a:latin typeface="Nobile"/>
                <a:ea typeface="Nobile"/>
                <a:cs typeface="Nobile"/>
                <a:sym typeface="Nobile"/>
              </a:rPr>
              <a:t>Computer Science Capstone Project CS 691</a:t>
            </a:r>
            <a:endParaRPr sz="1188" b="0" i="0" u="none" strike="noStrike" cap="none">
              <a:solidFill>
                <a:schemeClr val="dk1"/>
              </a:solidFill>
              <a:latin typeface="Calibri"/>
              <a:ea typeface="Calibri"/>
              <a:cs typeface="Calibri"/>
              <a:sym typeface="Calibri"/>
            </a:endParaRPr>
          </a:p>
        </p:txBody>
      </p:sp>
      <p:sp>
        <p:nvSpPr>
          <p:cNvPr id="139" name="Google Shape;139;p1"/>
          <p:cNvSpPr/>
          <p:nvPr/>
        </p:nvSpPr>
        <p:spPr>
          <a:xfrm>
            <a:off x="496119" y="3151045"/>
            <a:ext cx="4722900" cy="2268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405449"/>
              </a:buClr>
              <a:buSzPts val="1094"/>
              <a:buFont typeface="Nobile"/>
              <a:buNone/>
            </a:pPr>
            <a:r>
              <a:rPr lang="en-US" sz="1188" b="0" i="0" u="none" strike="noStrike" cap="none">
                <a:solidFill>
                  <a:srgbClr val="405449"/>
                </a:solidFill>
                <a:latin typeface="Nobile"/>
                <a:ea typeface="Nobile"/>
                <a:cs typeface="Nobile"/>
                <a:sym typeface="Nobile"/>
              </a:rPr>
              <a:t>Prof. Kshitij Sharma • Spring 2026</a:t>
            </a:r>
            <a:endParaRPr sz="1188" b="0" i="0" u="none" strike="noStrike" cap="none">
              <a:solidFill>
                <a:schemeClr val="dk1"/>
              </a:solidFill>
              <a:latin typeface="Calibri"/>
              <a:ea typeface="Calibri"/>
              <a:cs typeface="Calibri"/>
              <a:sym typeface="Calibri"/>
            </a:endParaRPr>
          </a:p>
        </p:txBody>
      </p:sp>
      <p:sp>
        <p:nvSpPr>
          <p:cNvPr id="140" name="Google Shape;140;p1"/>
          <p:cNvSpPr/>
          <p:nvPr/>
        </p:nvSpPr>
        <p:spPr>
          <a:xfrm>
            <a:off x="496125" y="3565656"/>
            <a:ext cx="4722900" cy="8700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405449"/>
              </a:buClr>
              <a:buSzPts val="1094"/>
              <a:buFont typeface="Nobile"/>
              <a:buNone/>
            </a:pPr>
            <a:r>
              <a:rPr lang="en-US" sz="1188" b="1" i="0" u="none" strike="noStrike" cap="none">
                <a:solidFill>
                  <a:srgbClr val="405449"/>
                </a:solidFill>
                <a:latin typeface="Nobile"/>
                <a:ea typeface="Nobile"/>
                <a:cs typeface="Nobile"/>
                <a:sym typeface="Nobile"/>
              </a:rPr>
              <a:t>Group 8:</a:t>
            </a:r>
            <a:r>
              <a:rPr lang="en-US" sz="1188" b="0" i="0" u="none" strike="noStrike" cap="none">
                <a:solidFill>
                  <a:srgbClr val="405449"/>
                </a:solidFill>
                <a:latin typeface="Nobile"/>
                <a:ea typeface="Nobile"/>
                <a:cs typeface="Nobile"/>
                <a:sym typeface="Nobile"/>
              </a:rPr>
              <a:t> </a:t>
            </a:r>
            <a:endParaRPr sz="1188" b="0" i="0" u="none" strike="noStrike" cap="none">
              <a:solidFill>
                <a:srgbClr val="405449"/>
              </a:solidFill>
              <a:latin typeface="Nobile"/>
              <a:ea typeface="Nobile"/>
              <a:cs typeface="Nobile"/>
              <a:sym typeface="Nobile"/>
            </a:endParaRPr>
          </a:p>
          <a:p>
            <a:pPr marL="0" marR="0" lvl="0" indent="0" algn="l" rtl="0">
              <a:lnSpc>
                <a:spcPct val="162857"/>
              </a:lnSpc>
              <a:spcBef>
                <a:spcPts val="0"/>
              </a:spcBef>
              <a:spcAft>
                <a:spcPts val="0"/>
              </a:spcAft>
              <a:buClr>
                <a:srgbClr val="405449"/>
              </a:buClr>
              <a:buSzPts val="1094"/>
              <a:buFont typeface="Nobile"/>
              <a:buNone/>
            </a:pPr>
            <a:r>
              <a:rPr lang="en-US" sz="1188" b="0" i="0" u="none" strike="noStrike" cap="none">
                <a:solidFill>
                  <a:srgbClr val="405449"/>
                </a:solidFill>
                <a:latin typeface="Nobile"/>
                <a:ea typeface="Nobile"/>
                <a:cs typeface="Nobile"/>
                <a:sym typeface="Nobile"/>
              </a:rPr>
              <a:t>Sharvani Kadarla • Deepali Sawant • Jai Sheel Bhasker Paladugu • Ashish Reddy Majjigapu</a:t>
            </a:r>
            <a:endParaRPr sz="1188"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
          <p:cNvSpPr/>
          <p:nvPr/>
        </p:nvSpPr>
        <p:spPr>
          <a:xfrm>
            <a:off x="496119" y="517268"/>
            <a:ext cx="3544200" cy="443100"/>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3B4540"/>
              </a:buClr>
              <a:buSzPts val="2781"/>
              <a:buFont typeface="Fraunces ExtraBold"/>
              <a:buNone/>
            </a:pPr>
            <a:r>
              <a:rPr lang="en-US" sz="2813" b="1">
                <a:solidFill>
                  <a:srgbClr val="3B4540"/>
                </a:solidFill>
                <a:latin typeface="Fraunces ExtraBold"/>
                <a:ea typeface="Fraunces ExtraBold"/>
                <a:cs typeface="Fraunces ExtraBold"/>
                <a:sym typeface="Fraunces ExtraBold"/>
              </a:rPr>
              <a:t>Agenda</a:t>
            </a:r>
            <a:endParaRPr sz="2813">
              <a:solidFill>
                <a:schemeClr val="dk1"/>
              </a:solidFill>
              <a:latin typeface="Calibri"/>
              <a:ea typeface="Calibri"/>
              <a:cs typeface="Calibri"/>
              <a:sym typeface="Calibri"/>
            </a:endParaRPr>
          </a:p>
        </p:txBody>
      </p:sp>
      <p:sp>
        <p:nvSpPr>
          <p:cNvPr id="147" name="Google Shape;147;p2"/>
          <p:cNvSpPr/>
          <p:nvPr/>
        </p:nvSpPr>
        <p:spPr>
          <a:xfrm>
            <a:off x="479422" y="1270656"/>
            <a:ext cx="3903000" cy="3247800"/>
          </a:xfrm>
          <a:prstGeom prst="rect">
            <a:avLst/>
          </a:prstGeom>
          <a:noFill/>
          <a:ln>
            <a:noFill/>
          </a:ln>
        </p:spPr>
        <p:txBody>
          <a:bodyPr spcFirstLastPara="1" wrap="square" lIns="0" tIns="0" rIns="0" bIns="0" anchor="t" anchorCtr="0">
            <a:noAutofit/>
          </a:bodyPr>
          <a:lstStyle/>
          <a:p>
            <a:pPr marL="285750" lvl="0" indent="-226219" algn="l" rtl="0">
              <a:lnSpc>
                <a:spcPct val="162857"/>
              </a:lnSpc>
              <a:spcBef>
                <a:spcPts val="0"/>
              </a:spcBef>
              <a:spcAft>
                <a:spcPts val="0"/>
              </a:spcAft>
              <a:buClr>
                <a:srgbClr val="405449"/>
              </a:buClr>
              <a:buSzPts val="1313"/>
              <a:buFont typeface="Nobile"/>
              <a:buChar char="•"/>
            </a:pPr>
            <a:r>
              <a:rPr lang="en-US" sz="1313">
                <a:solidFill>
                  <a:srgbClr val="405449"/>
                </a:solidFill>
                <a:latin typeface="Nobile"/>
                <a:ea typeface="Nobile"/>
                <a:cs typeface="Nobile"/>
                <a:sym typeface="Nobile"/>
              </a:rPr>
              <a:t>Team Member Roles &amp; Responsibilities</a:t>
            </a:r>
            <a:endParaRPr sz="1313">
              <a:solidFill>
                <a:srgbClr val="405449"/>
              </a:solidFill>
              <a:latin typeface="Nobile"/>
              <a:ea typeface="Nobile"/>
              <a:cs typeface="Nobile"/>
              <a:sym typeface="Nobile"/>
            </a:endParaRPr>
          </a:p>
          <a:p>
            <a:pPr marL="285750" lvl="0" indent="-226219" algn="l" rtl="0">
              <a:lnSpc>
                <a:spcPct val="162857"/>
              </a:lnSpc>
              <a:spcBef>
                <a:spcPts val="0"/>
              </a:spcBef>
              <a:spcAft>
                <a:spcPts val="0"/>
              </a:spcAft>
              <a:buClr>
                <a:srgbClr val="405449"/>
              </a:buClr>
              <a:buSzPts val="1313"/>
              <a:buFont typeface="Nobile"/>
              <a:buChar char="•"/>
            </a:pPr>
            <a:r>
              <a:rPr lang="en-US" sz="1313">
                <a:solidFill>
                  <a:srgbClr val="405449"/>
                </a:solidFill>
                <a:latin typeface="Nobile"/>
                <a:ea typeface="Nobile"/>
                <a:cs typeface="Nobile"/>
                <a:sym typeface="Nobile"/>
              </a:rPr>
              <a:t>Improvements from Professor Feedback</a:t>
            </a:r>
            <a:endParaRPr sz="1313">
              <a:solidFill>
                <a:srgbClr val="405449"/>
              </a:solidFill>
              <a:latin typeface="Nobile"/>
              <a:ea typeface="Nobile"/>
              <a:cs typeface="Nobile"/>
              <a:sym typeface="Nobile"/>
            </a:endParaRPr>
          </a:p>
          <a:p>
            <a:pPr marL="285750" lvl="0" indent="-226219" algn="l" rtl="0">
              <a:lnSpc>
                <a:spcPct val="162857"/>
              </a:lnSpc>
              <a:spcBef>
                <a:spcPts val="0"/>
              </a:spcBef>
              <a:spcAft>
                <a:spcPts val="0"/>
              </a:spcAft>
              <a:buClr>
                <a:srgbClr val="405449"/>
              </a:buClr>
              <a:buSzPts val="1313"/>
              <a:buFont typeface="Nobile"/>
              <a:buChar char="•"/>
            </a:pPr>
            <a:r>
              <a:rPr lang="en-US" sz="1313">
                <a:solidFill>
                  <a:srgbClr val="405449"/>
                </a:solidFill>
                <a:latin typeface="Nobile"/>
                <a:ea typeface="Nobile"/>
                <a:cs typeface="Nobile"/>
                <a:sym typeface="Nobile"/>
              </a:rPr>
              <a:t>Problem Statement</a:t>
            </a:r>
            <a:endParaRPr sz="1313">
              <a:solidFill>
                <a:srgbClr val="405449"/>
              </a:solidFill>
              <a:latin typeface="Nobile"/>
              <a:ea typeface="Nobile"/>
              <a:cs typeface="Nobile"/>
              <a:sym typeface="Nobile"/>
            </a:endParaRPr>
          </a:p>
          <a:p>
            <a:pPr marL="285750" lvl="0" indent="-226219" algn="l" rtl="0">
              <a:lnSpc>
                <a:spcPct val="162857"/>
              </a:lnSpc>
              <a:spcBef>
                <a:spcPts val="0"/>
              </a:spcBef>
              <a:spcAft>
                <a:spcPts val="0"/>
              </a:spcAft>
              <a:buClr>
                <a:srgbClr val="405449"/>
              </a:buClr>
              <a:buSzPts val="1313"/>
              <a:buFont typeface="Nobile"/>
              <a:buChar char="•"/>
            </a:pPr>
            <a:r>
              <a:rPr lang="en-US" sz="1313">
                <a:solidFill>
                  <a:srgbClr val="405449"/>
                </a:solidFill>
                <a:latin typeface="Nobile"/>
                <a:ea typeface="Nobile"/>
                <a:cs typeface="Nobile"/>
                <a:sym typeface="Nobile"/>
              </a:rPr>
              <a:t>Project Description</a:t>
            </a:r>
            <a:endParaRPr sz="1313">
              <a:solidFill>
                <a:srgbClr val="405449"/>
              </a:solidFill>
              <a:latin typeface="Nobile"/>
              <a:ea typeface="Nobile"/>
              <a:cs typeface="Nobile"/>
              <a:sym typeface="Nobile"/>
            </a:endParaRPr>
          </a:p>
          <a:p>
            <a:pPr marL="285750" lvl="0" indent="-226219" algn="l" rtl="0">
              <a:lnSpc>
                <a:spcPct val="162857"/>
              </a:lnSpc>
              <a:spcBef>
                <a:spcPts val="0"/>
              </a:spcBef>
              <a:spcAft>
                <a:spcPts val="0"/>
              </a:spcAft>
              <a:buClr>
                <a:srgbClr val="405449"/>
              </a:buClr>
              <a:buSzPts val="1313"/>
              <a:buFont typeface="Nobile"/>
              <a:buChar char="•"/>
            </a:pPr>
            <a:r>
              <a:rPr lang="en-US" sz="1313">
                <a:solidFill>
                  <a:srgbClr val="405449"/>
                </a:solidFill>
                <a:latin typeface="Nobile"/>
                <a:ea typeface="Nobile"/>
                <a:cs typeface="Nobile"/>
                <a:sym typeface="Nobile"/>
              </a:rPr>
              <a:t>Team Working Agreement</a:t>
            </a:r>
            <a:endParaRPr sz="1313">
              <a:solidFill>
                <a:srgbClr val="405449"/>
              </a:solidFill>
              <a:latin typeface="Nobile"/>
              <a:ea typeface="Nobile"/>
              <a:cs typeface="Nobile"/>
              <a:sym typeface="Nobile"/>
            </a:endParaRPr>
          </a:p>
          <a:p>
            <a:pPr marL="285750" lvl="0" indent="-226219" algn="l" rtl="0">
              <a:lnSpc>
                <a:spcPct val="162857"/>
              </a:lnSpc>
              <a:spcBef>
                <a:spcPts val="0"/>
              </a:spcBef>
              <a:spcAft>
                <a:spcPts val="0"/>
              </a:spcAft>
              <a:buClr>
                <a:srgbClr val="405449"/>
              </a:buClr>
              <a:buSzPts val="1313"/>
              <a:buFont typeface="Nobile"/>
              <a:buChar char="•"/>
            </a:pPr>
            <a:r>
              <a:rPr lang="en-US" sz="1313">
                <a:solidFill>
                  <a:srgbClr val="405449"/>
                </a:solidFill>
                <a:latin typeface="Nobile"/>
                <a:ea typeface="Nobile"/>
                <a:cs typeface="Nobile"/>
                <a:sym typeface="Nobile"/>
              </a:rPr>
              <a:t>Personas</a:t>
            </a:r>
            <a:endParaRPr sz="1313">
              <a:solidFill>
                <a:srgbClr val="405449"/>
              </a:solidFill>
              <a:latin typeface="Nobile"/>
              <a:ea typeface="Nobile"/>
              <a:cs typeface="Nobile"/>
              <a:sym typeface="Nobile"/>
            </a:endParaRPr>
          </a:p>
          <a:p>
            <a:pPr marL="285750" lvl="0" indent="-226219" algn="l" rtl="0">
              <a:lnSpc>
                <a:spcPct val="162857"/>
              </a:lnSpc>
              <a:spcBef>
                <a:spcPts val="0"/>
              </a:spcBef>
              <a:spcAft>
                <a:spcPts val="0"/>
              </a:spcAft>
              <a:buClr>
                <a:srgbClr val="405449"/>
              </a:buClr>
              <a:buSzPts val="1313"/>
              <a:buFont typeface="Nobile"/>
              <a:buChar char="•"/>
            </a:pPr>
            <a:r>
              <a:rPr lang="en-US" sz="1313">
                <a:solidFill>
                  <a:srgbClr val="405449"/>
                </a:solidFill>
                <a:latin typeface="Nobile"/>
                <a:ea typeface="Nobile"/>
                <a:cs typeface="Nobile"/>
                <a:sym typeface="Nobile"/>
              </a:rPr>
              <a:t>Minimum Viable Product (MVP)</a:t>
            </a:r>
            <a:endParaRPr sz="1313">
              <a:solidFill>
                <a:srgbClr val="405449"/>
              </a:solidFill>
              <a:latin typeface="Nobile"/>
              <a:ea typeface="Nobile"/>
              <a:cs typeface="Nobile"/>
              <a:sym typeface="Nobile"/>
            </a:endParaRPr>
          </a:p>
          <a:p>
            <a:pPr marL="285750" lvl="0" indent="-226219" algn="l" rtl="0">
              <a:lnSpc>
                <a:spcPct val="162857"/>
              </a:lnSpc>
              <a:spcBef>
                <a:spcPts val="0"/>
              </a:spcBef>
              <a:spcAft>
                <a:spcPts val="0"/>
              </a:spcAft>
              <a:buClr>
                <a:srgbClr val="405449"/>
              </a:buClr>
              <a:buSzPts val="1313"/>
              <a:buFont typeface="Nobile"/>
              <a:buChar char="•"/>
            </a:pPr>
            <a:r>
              <a:rPr lang="en-US" sz="1313">
                <a:solidFill>
                  <a:srgbClr val="405449"/>
                </a:solidFill>
                <a:latin typeface="Nobile"/>
                <a:ea typeface="Nobile"/>
                <a:cs typeface="Nobile"/>
                <a:sym typeface="Nobile"/>
              </a:rPr>
              <a:t>System Design &amp; Technologies</a:t>
            </a:r>
            <a:endParaRPr sz="1313">
              <a:solidFill>
                <a:srgbClr val="405449"/>
              </a:solidFill>
              <a:latin typeface="Nobile"/>
              <a:ea typeface="Nobile"/>
              <a:cs typeface="Nobile"/>
              <a:sym typeface="Nobile"/>
            </a:endParaRPr>
          </a:p>
          <a:p>
            <a:pPr marL="285750" lvl="0" indent="-226219" algn="l" rtl="0">
              <a:lnSpc>
                <a:spcPct val="162857"/>
              </a:lnSpc>
              <a:spcBef>
                <a:spcPts val="0"/>
              </a:spcBef>
              <a:spcAft>
                <a:spcPts val="0"/>
              </a:spcAft>
              <a:buClr>
                <a:srgbClr val="405449"/>
              </a:buClr>
              <a:buSzPts val="1313"/>
              <a:buFont typeface="Nobile"/>
              <a:buChar char="•"/>
            </a:pPr>
            <a:r>
              <a:rPr lang="en-US" sz="1313">
                <a:solidFill>
                  <a:srgbClr val="405449"/>
                </a:solidFill>
                <a:latin typeface="Nobile"/>
                <a:ea typeface="Nobile"/>
                <a:cs typeface="Nobile"/>
                <a:sym typeface="Nobile"/>
              </a:rPr>
              <a:t>Algorithms Used</a:t>
            </a:r>
            <a:endParaRPr sz="1313">
              <a:solidFill>
                <a:srgbClr val="405449"/>
              </a:solidFill>
              <a:latin typeface="Nobile"/>
              <a:ea typeface="Nobile"/>
              <a:cs typeface="Nobile"/>
              <a:sym typeface="Nobile"/>
            </a:endParaRPr>
          </a:p>
          <a:p>
            <a:pPr marL="285750" lvl="0" indent="-226219" algn="l" rtl="0">
              <a:lnSpc>
                <a:spcPct val="162857"/>
              </a:lnSpc>
              <a:spcBef>
                <a:spcPts val="0"/>
              </a:spcBef>
              <a:spcAft>
                <a:spcPts val="0"/>
              </a:spcAft>
              <a:buClr>
                <a:srgbClr val="405449"/>
              </a:buClr>
              <a:buSzPts val="1313"/>
              <a:buFont typeface="Nobile"/>
              <a:buChar char="•"/>
            </a:pPr>
            <a:r>
              <a:rPr lang="en-US" sz="1313">
                <a:solidFill>
                  <a:srgbClr val="405449"/>
                </a:solidFill>
                <a:latin typeface="Nobile"/>
                <a:ea typeface="Nobile"/>
                <a:cs typeface="Nobile"/>
                <a:sym typeface="Nobile"/>
              </a:rPr>
              <a:t>System Diagrams</a:t>
            </a:r>
            <a:endParaRPr sz="1313">
              <a:solidFill>
                <a:srgbClr val="405449"/>
              </a:solidFill>
              <a:latin typeface="Nobile"/>
              <a:ea typeface="Nobile"/>
              <a:cs typeface="Nobile"/>
              <a:sym typeface="Nobile"/>
            </a:endParaRPr>
          </a:p>
        </p:txBody>
      </p:sp>
      <p:sp>
        <p:nvSpPr>
          <p:cNvPr id="148" name="Google Shape;148;p2"/>
          <p:cNvSpPr/>
          <p:nvPr/>
        </p:nvSpPr>
        <p:spPr>
          <a:xfrm>
            <a:off x="4761578" y="1244500"/>
            <a:ext cx="3903000" cy="3300300"/>
          </a:xfrm>
          <a:prstGeom prst="rect">
            <a:avLst/>
          </a:prstGeom>
          <a:noFill/>
          <a:ln>
            <a:noFill/>
          </a:ln>
        </p:spPr>
        <p:txBody>
          <a:bodyPr spcFirstLastPara="1" wrap="square" lIns="0" tIns="0" rIns="0" bIns="0" anchor="t" anchorCtr="0">
            <a:noAutofit/>
          </a:bodyPr>
          <a:lstStyle/>
          <a:p>
            <a:pPr marL="285750" lvl="0" indent="-226219" algn="l" rtl="0">
              <a:lnSpc>
                <a:spcPct val="162857"/>
              </a:lnSpc>
              <a:spcBef>
                <a:spcPts val="0"/>
              </a:spcBef>
              <a:spcAft>
                <a:spcPts val="0"/>
              </a:spcAft>
              <a:buClr>
                <a:srgbClr val="405449"/>
              </a:buClr>
              <a:buSzPts val="1313"/>
              <a:buFont typeface="Nobile"/>
              <a:buChar char="•"/>
            </a:pPr>
            <a:r>
              <a:rPr lang="en-US" sz="1313">
                <a:solidFill>
                  <a:srgbClr val="405449"/>
                </a:solidFill>
                <a:latin typeface="Nobile"/>
                <a:ea typeface="Nobile"/>
                <a:cs typeface="Nobile"/>
                <a:sym typeface="Nobile"/>
              </a:rPr>
              <a:t>Sprint 2 Recap</a:t>
            </a:r>
            <a:endParaRPr sz="1313">
              <a:solidFill>
                <a:srgbClr val="405449"/>
              </a:solidFill>
              <a:latin typeface="Nobile"/>
              <a:ea typeface="Nobile"/>
              <a:cs typeface="Nobile"/>
              <a:sym typeface="Nobile"/>
            </a:endParaRPr>
          </a:p>
          <a:p>
            <a:pPr marL="285750" lvl="0" indent="-226219" algn="l" rtl="0">
              <a:lnSpc>
                <a:spcPct val="162857"/>
              </a:lnSpc>
              <a:spcBef>
                <a:spcPts val="0"/>
              </a:spcBef>
              <a:spcAft>
                <a:spcPts val="0"/>
              </a:spcAft>
              <a:buClr>
                <a:srgbClr val="405449"/>
              </a:buClr>
              <a:buSzPts val="1313"/>
              <a:buFont typeface="Nobile"/>
              <a:buChar char="•"/>
            </a:pPr>
            <a:r>
              <a:rPr lang="en-US" sz="1313">
                <a:solidFill>
                  <a:srgbClr val="405449"/>
                </a:solidFill>
                <a:latin typeface="Nobile"/>
                <a:ea typeface="Nobile"/>
                <a:cs typeface="Nobile"/>
                <a:sym typeface="Nobile"/>
              </a:rPr>
              <a:t>Product Backlog</a:t>
            </a:r>
            <a:endParaRPr sz="1313">
              <a:solidFill>
                <a:srgbClr val="405449"/>
              </a:solidFill>
              <a:latin typeface="Nobile"/>
              <a:ea typeface="Nobile"/>
              <a:cs typeface="Nobile"/>
              <a:sym typeface="Nobile"/>
            </a:endParaRPr>
          </a:p>
          <a:p>
            <a:pPr marL="285750" lvl="0" indent="-226219" algn="l" rtl="0">
              <a:lnSpc>
                <a:spcPct val="162857"/>
              </a:lnSpc>
              <a:spcBef>
                <a:spcPts val="0"/>
              </a:spcBef>
              <a:spcAft>
                <a:spcPts val="0"/>
              </a:spcAft>
              <a:buClr>
                <a:srgbClr val="405449"/>
              </a:buClr>
              <a:buSzPts val="1313"/>
              <a:buFont typeface="Nobile"/>
              <a:buChar char="•"/>
            </a:pPr>
            <a:r>
              <a:rPr lang="en-US" sz="1313">
                <a:solidFill>
                  <a:srgbClr val="405449"/>
                </a:solidFill>
                <a:latin typeface="Nobile"/>
                <a:ea typeface="Nobile"/>
                <a:cs typeface="Nobile"/>
                <a:sym typeface="Nobile"/>
              </a:rPr>
              <a:t>Sprint Summary (Sprint 0, 1, 2)</a:t>
            </a:r>
            <a:endParaRPr sz="1313">
              <a:solidFill>
                <a:srgbClr val="405449"/>
              </a:solidFill>
              <a:latin typeface="Nobile"/>
              <a:ea typeface="Nobile"/>
              <a:cs typeface="Nobile"/>
              <a:sym typeface="Nobile"/>
            </a:endParaRPr>
          </a:p>
          <a:p>
            <a:pPr marL="285750" lvl="0" indent="-226219" algn="l" rtl="0">
              <a:lnSpc>
                <a:spcPct val="162857"/>
              </a:lnSpc>
              <a:spcBef>
                <a:spcPts val="0"/>
              </a:spcBef>
              <a:spcAft>
                <a:spcPts val="0"/>
              </a:spcAft>
              <a:buClr>
                <a:srgbClr val="405449"/>
              </a:buClr>
              <a:buSzPts val="1313"/>
              <a:buFont typeface="Nobile"/>
              <a:buChar char="•"/>
            </a:pPr>
            <a:r>
              <a:rPr lang="en-US" sz="1313">
                <a:solidFill>
                  <a:srgbClr val="405449"/>
                </a:solidFill>
                <a:latin typeface="Nobile"/>
                <a:ea typeface="Nobile"/>
                <a:cs typeface="Nobile"/>
                <a:sym typeface="Nobile"/>
              </a:rPr>
              <a:t>Sprint 3 Backlog</a:t>
            </a:r>
            <a:endParaRPr sz="1313">
              <a:solidFill>
                <a:srgbClr val="405449"/>
              </a:solidFill>
              <a:latin typeface="Nobile"/>
              <a:ea typeface="Nobile"/>
              <a:cs typeface="Nobile"/>
              <a:sym typeface="Nobile"/>
            </a:endParaRPr>
          </a:p>
          <a:p>
            <a:pPr marL="285750" lvl="0" indent="-226219" algn="l" rtl="0">
              <a:lnSpc>
                <a:spcPct val="162857"/>
              </a:lnSpc>
              <a:spcBef>
                <a:spcPts val="0"/>
              </a:spcBef>
              <a:spcAft>
                <a:spcPts val="0"/>
              </a:spcAft>
              <a:buClr>
                <a:srgbClr val="405449"/>
              </a:buClr>
              <a:buSzPts val="1313"/>
              <a:buFont typeface="Nobile"/>
              <a:buChar char="•"/>
            </a:pPr>
            <a:r>
              <a:rPr lang="en-US" sz="1313">
                <a:solidFill>
                  <a:srgbClr val="405449"/>
                </a:solidFill>
                <a:latin typeface="Nobile"/>
                <a:ea typeface="Nobile"/>
                <a:cs typeface="Nobile"/>
                <a:sym typeface="Nobile"/>
              </a:rPr>
              <a:t>Test Cases (Sprint 3)</a:t>
            </a:r>
            <a:endParaRPr sz="1313">
              <a:solidFill>
                <a:srgbClr val="405449"/>
              </a:solidFill>
              <a:latin typeface="Nobile"/>
              <a:ea typeface="Nobile"/>
              <a:cs typeface="Nobile"/>
              <a:sym typeface="Nobile"/>
            </a:endParaRPr>
          </a:p>
          <a:p>
            <a:pPr marL="285750" lvl="0" indent="-226219" algn="l" rtl="0">
              <a:lnSpc>
                <a:spcPct val="162857"/>
              </a:lnSpc>
              <a:spcBef>
                <a:spcPts val="0"/>
              </a:spcBef>
              <a:spcAft>
                <a:spcPts val="0"/>
              </a:spcAft>
              <a:buClr>
                <a:srgbClr val="405449"/>
              </a:buClr>
              <a:buSzPts val="1313"/>
              <a:buFont typeface="Nobile"/>
              <a:buChar char="•"/>
            </a:pPr>
            <a:r>
              <a:rPr lang="en-US" sz="1313">
                <a:solidFill>
                  <a:srgbClr val="405449"/>
                </a:solidFill>
                <a:latin typeface="Nobile"/>
                <a:ea typeface="Nobile"/>
                <a:cs typeface="Nobile"/>
                <a:sym typeface="Nobile"/>
              </a:rPr>
              <a:t>Sprint Metrics</a:t>
            </a:r>
            <a:endParaRPr sz="1313">
              <a:solidFill>
                <a:srgbClr val="405449"/>
              </a:solidFill>
              <a:latin typeface="Nobile"/>
              <a:ea typeface="Nobile"/>
              <a:cs typeface="Nobile"/>
              <a:sym typeface="Nobile"/>
            </a:endParaRPr>
          </a:p>
          <a:p>
            <a:pPr marL="285750" lvl="0" indent="-226219" algn="l" rtl="0">
              <a:lnSpc>
                <a:spcPct val="162857"/>
              </a:lnSpc>
              <a:spcBef>
                <a:spcPts val="0"/>
              </a:spcBef>
              <a:spcAft>
                <a:spcPts val="0"/>
              </a:spcAft>
              <a:buClr>
                <a:srgbClr val="405449"/>
              </a:buClr>
              <a:buSzPts val="1313"/>
              <a:buFont typeface="Nobile"/>
              <a:buChar char="•"/>
            </a:pPr>
            <a:r>
              <a:rPr lang="en-US" sz="1313">
                <a:solidFill>
                  <a:srgbClr val="405449"/>
                </a:solidFill>
                <a:latin typeface="Nobile"/>
                <a:ea typeface="Nobile"/>
                <a:cs typeface="Nobile"/>
                <a:sym typeface="Nobile"/>
              </a:rPr>
              <a:t>Sprint Retrospective</a:t>
            </a:r>
            <a:endParaRPr sz="1313">
              <a:solidFill>
                <a:srgbClr val="405449"/>
              </a:solidFill>
              <a:latin typeface="Nobile"/>
              <a:ea typeface="Nobile"/>
              <a:cs typeface="Nobile"/>
              <a:sym typeface="Nobile"/>
            </a:endParaRPr>
          </a:p>
          <a:p>
            <a:pPr marL="285750" lvl="0" indent="-226219" algn="l" rtl="0">
              <a:lnSpc>
                <a:spcPct val="162857"/>
              </a:lnSpc>
              <a:spcBef>
                <a:spcPts val="0"/>
              </a:spcBef>
              <a:spcAft>
                <a:spcPts val="0"/>
              </a:spcAft>
              <a:buClr>
                <a:srgbClr val="405449"/>
              </a:buClr>
              <a:buSzPts val="1313"/>
              <a:buFont typeface="Nobile"/>
              <a:buChar char="•"/>
            </a:pPr>
            <a:r>
              <a:rPr lang="en-US" sz="1313">
                <a:solidFill>
                  <a:srgbClr val="405449"/>
                </a:solidFill>
                <a:latin typeface="Nobile"/>
                <a:ea typeface="Nobile"/>
                <a:cs typeface="Nobile"/>
                <a:sym typeface="Nobile"/>
              </a:rPr>
              <a:t>Project Demonstration</a:t>
            </a:r>
            <a:endParaRPr sz="1313">
              <a:solidFill>
                <a:srgbClr val="405449"/>
              </a:solidFill>
              <a:latin typeface="Nobile"/>
              <a:ea typeface="Nobile"/>
              <a:cs typeface="Nobile"/>
              <a:sym typeface="Nobile"/>
            </a:endParaRPr>
          </a:p>
          <a:p>
            <a:pPr marL="285750" lvl="0" indent="-226219" algn="l" rtl="0">
              <a:lnSpc>
                <a:spcPct val="162857"/>
              </a:lnSpc>
              <a:spcBef>
                <a:spcPts val="0"/>
              </a:spcBef>
              <a:spcAft>
                <a:spcPts val="0"/>
              </a:spcAft>
              <a:buClr>
                <a:srgbClr val="405449"/>
              </a:buClr>
              <a:buSzPts val="1313"/>
              <a:buFont typeface="Nobile"/>
              <a:buChar char="•"/>
            </a:pPr>
            <a:r>
              <a:rPr lang="en-US" sz="1313">
                <a:solidFill>
                  <a:srgbClr val="405449"/>
                </a:solidFill>
                <a:latin typeface="Nobile"/>
                <a:ea typeface="Nobile"/>
                <a:cs typeface="Nobile"/>
                <a:sym typeface="Nobile"/>
              </a:rPr>
              <a:t>GitHub Repository &amp; Technical Paper</a:t>
            </a:r>
            <a:endParaRPr sz="1313">
              <a:solidFill>
                <a:srgbClr val="405449"/>
              </a:solidFill>
              <a:latin typeface="Nobile"/>
              <a:ea typeface="Nobile"/>
              <a:cs typeface="Nobile"/>
              <a:sym typeface="Nobile"/>
            </a:endParaRPr>
          </a:p>
          <a:p>
            <a:pPr marL="285750" lvl="0" indent="-226219" algn="l" rtl="0">
              <a:lnSpc>
                <a:spcPct val="162857"/>
              </a:lnSpc>
              <a:spcBef>
                <a:spcPts val="0"/>
              </a:spcBef>
              <a:spcAft>
                <a:spcPts val="0"/>
              </a:spcAft>
              <a:buClr>
                <a:srgbClr val="405449"/>
              </a:buClr>
              <a:buSzPts val="1313"/>
              <a:buFont typeface="Nobile"/>
              <a:buChar char="•"/>
            </a:pPr>
            <a:r>
              <a:rPr lang="en-US" sz="1313">
                <a:solidFill>
                  <a:srgbClr val="405449"/>
                </a:solidFill>
                <a:latin typeface="Nobile"/>
                <a:ea typeface="Nobile"/>
                <a:cs typeface="Nobile"/>
                <a:sym typeface="Nobile"/>
              </a:rPr>
              <a:t>Live Application</a:t>
            </a:r>
            <a:endParaRPr sz="1313">
              <a:solidFill>
                <a:srgbClr val="405449"/>
              </a:solidFill>
              <a:latin typeface="Nobile"/>
              <a:ea typeface="Nobile"/>
              <a:cs typeface="Nobile"/>
              <a:sym typeface="Nobile"/>
            </a:endParaRPr>
          </a:p>
        </p:txBody>
      </p:sp>
      <p:sp>
        <p:nvSpPr>
          <p:cNvPr id="149" name="Google Shape;149;p2"/>
          <p:cNvSpPr/>
          <p:nvPr/>
        </p:nvSpPr>
        <p:spPr>
          <a:xfrm>
            <a:off x="7956051" y="4828854"/>
            <a:ext cx="1123800" cy="256800"/>
          </a:xfrm>
          <a:prstGeom prst="rect">
            <a:avLst/>
          </a:prstGeom>
          <a:solidFill>
            <a:schemeClr val="lt1"/>
          </a:solidFill>
          <a:ln w="7950" cap="flat" cmpd="sng">
            <a:solidFill>
              <a:schemeClr val="lt1"/>
            </a:solidFill>
            <a:prstDash val="solid"/>
            <a:miter lim="800000"/>
            <a:headEnd type="none" w="sm" len="sm"/>
            <a:tailEnd type="none" w="sm" len="sm"/>
          </a:ln>
        </p:spPr>
        <p:txBody>
          <a:bodyPr spcFirstLastPara="1" wrap="square" lIns="57150" tIns="28575" rIns="57150" bIns="28575" anchor="ctr" anchorCtr="0">
            <a:noAutofit/>
          </a:bodyPr>
          <a:lstStyle/>
          <a:p>
            <a:pPr marL="0" marR="0" lvl="0" indent="0" algn="ctr" rtl="0">
              <a:spcBef>
                <a:spcPts val="0"/>
              </a:spcBef>
              <a:spcAft>
                <a:spcPts val="0"/>
              </a:spcAft>
              <a:buNone/>
            </a:pPr>
            <a:endParaRPr sz="1125">
              <a:solidFill>
                <a:schemeClr val="lt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972f305dbe_0_2"/>
          <p:cNvSpPr/>
          <p:nvPr/>
        </p:nvSpPr>
        <p:spPr>
          <a:xfrm>
            <a:off x="493893" y="383047"/>
            <a:ext cx="8050200" cy="330900"/>
          </a:xfrm>
          <a:prstGeom prst="rect">
            <a:avLst/>
          </a:prstGeom>
          <a:noFill/>
          <a:ln>
            <a:noFill/>
          </a:ln>
        </p:spPr>
        <p:txBody>
          <a:bodyPr spcFirstLastPara="1" wrap="square" lIns="0" tIns="0" rIns="0" bIns="0" anchor="t" anchorCtr="0">
            <a:noAutofit/>
          </a:bodyPr>
          <a:lstStyle/>
          <a:p>
            <a:pPr marL="0" marR="0" lvl="0" indent="0" algn="l" rtl="0">
              <a:lnSpc>
                <a:spcPct val="125757"/>
              </a:lnSpc>
              <a:spcBef>
                <a:spcPts val="0"/>
              </a:spcBef>
              <a:spcAft>
                <a:spcPts val="0"/>
              </a:spcAft>
              <a:buClr>
                <a:srgbClr val="3B4540"/>
              </a:buClr>
              <a:buSzPts val="2063"/>
              <a:buFont typeface="Fraunces ExtraBold"/>
              <a:buNone/>
            </a:pPr>
            <a:r>
              <a:rPr lang="en-US" sz="2313" b="1">
                <a:solidFill>
                  <a:srgbClr val="3B4540"/>
                </a:solidFill>
                <a:latin typeface="Fraunces ExtraBold"/>
                <a:ea typeface="Fraunces ExtraBold"/>
                <a:cs typeface="Fraunces ExtraBold"/>
                <a:sym typeface="Fraunces ExtraBold"/>
              </a:rPr>
              <a:t>Team Member Roles and Responsibilities</a:t>
            </a:r>
            <a:endParaRPr sz="2313">
              <a:solidFill>
                <a:schemeClr val="dk1"/>
              </a:solidFill>
              <a:latin typeface="Calibri"/>
              <a:ea typeface="Calibri"/>
              <a:cs typeface="Calibri"/>
              <a:sym typeface="Calibri"/>
            </a:endParaRPr>
          </a:p>
        </p:txBody>
      </p:sp>
      <p:sp>
        <p:nvSpPr>
          <p:cNvPr id="156" name="Google Shape;156;g3972f305dbe_0_2"/>
          <p:cNvSpPr/>
          <p:nvPr/>
        </p:nvSpPr>
        <p:spPr>
          <a:xfrm>
            <a:off x="493871" y="855597"/>
            <a:ext cx="8156400" cy="147600"/>
          </a:xfrm>
          <a:prstGeom prst="rect">
            <a:avLst/>
          </a:prstGeom>
          <a:noFill/>
          <a:ln>
            <a:noFill/>
          </a:ln>
        </p:spPr>
        <p:txBody>
          <a:bodyPr spcFirstLastPara="1" wrap="square" lIns="0" tIns="0" rIns="0" bIns="0" anchor="t" anchorCtr="0">
            <a:noAutofit/>
          </a:bodyPr>
          <a:lstStyle/>
          <a:p>
            <a:pPr marL="0" marR="0" lvl="0" indent="0" algn="l" rtl="0">
              <a:lnSpc>
                <a:spcPct val="142307"/>
              </a:lnSpc>
              <a:spcBef>
                <a:spcPts val="0"/>
              </a:spcBef>
              <a:spcAft>
                <a:spcPts val="0"/>
              </a:spcAft>
              <a:buClr>
                <a:srgbClr val="405449"/>
              </a:buClr>
              <a:buSzPts val="813"/>
              <a:buFont typeface="Nobile"/>
              <a:buNone/>
            </a:pPr>
            <a:r>
              <a:rPr lang="en-US" sz="1063">
                <a:solidFill>
                  <a:srgbClr val="405449"/>
                </a:solidFill>
                <a:latin typeface="Nobile"/>
                <a:ea typeface="Nobile"/>
                <a:cs typeface="Nobile"/>
                <a:sym typeface="Nobile"/>
              </a:rPr>
              <a:t>Our project success hinges on a clearly defined structure, where each team member's expertise drives specific outcomes.</a:t>
            </a:r>
            <a:endParaRPr sz="1063">
              <a:solidFill>
                <a:schemeClr val="dk1"/>
              </a:solidFill>
              <a:latin typeface="Calibri"/>
              <a:ea typeface="Calibri"/>
              <a:cs typeface="Calibri"/>
              <a:sym typeface="Calibri"/>
            </a:endParaRPr>
          </a:p>
        </p:txBody>
      </p:sp>
      <p:sp>
        <p:nvSpPr>
          <p:cNvPr id="157" name="Google Shape;157;g3972f305dbe_0_2"/>
          <p:cNvSpPr/>
          <p:nvPr/>
        </p:nvSpPr>
        <p:spPr>
          <a:xfrm>
            <a:off x="493852" y="1145141"/>
            <a:ext cx="4038600" cy="1944300"/>
          </a:xfrm>
          <a:prstGeom prst="roundRect">
            <a:avLst>
              <a:gd name="adj" fmla="val 5106"/>
            </a:avLst>
          </a:prstGeom>
          <a:solidFill>
            <a:srgbClr val="E8F3E8"/>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158" name="Google Shape;158;g3972f305dbe_0_2"/>
          <p:cNvSpPr/>
          <p:nvPr/>
        </p:nvSpPr>
        <p:spPr>
          <a:xfrm>
            <a:off x="599664" y="1250956"/>
            <a:ext cx="317400" cy="317400"/>
          </a:xfrm>
          <a:prstGeom prst="roundRect">
            <a:avLst>
              <a:gd name="adj" fmla="val 18000999"/>
            </a:avLst>
          </a:prstGeom>
          <a:solidFill>
            <a:srgbClr val="43895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159" name="Google Shape;159;g3972f305dbe_0_2" descr="preencoded.png"/>
          <p:cNvSpPr/>
          <p:nvPr/>
        </p:nvSpPr>
        <p:spPr>
          <a:xfrm>
            <a:off x="686952" y="1338244"/>
            <a:ext cx="142800" cy="142800"/>
          </a:xfrm>
          <a:prstGeom prst="rect">
            <a:avLst/>
          </a:prstGeom>
          <a:noFill/>
          <a:ln>
            <a:noFill/>
          </a:ln>
        </p:spPr>
      </p:sp>
      <p:sp>
        <p:nvSpPr>
          <p:cNvPr id="160" name="Google Shape;160;g3972f305dbe_0_2"/>
          <p:cNvSpPr/>
          <p:nvPr/>
        </p:nvSpPr>
        <p:spPr>
          <a:xfrm>
            <a:off x="599664" y="1647360"/>
            <a:ext cx="1323000" cy="165300"/>
          </a:xfrm>
          <a:prstGeom prst="rect">
            <a:avLst/>
          </a:prstGeom>
          <a:noFill/>
          <a:ln>
            <a:noFill/>
          </a:ln>
        </p:spPr>
        <p:txBody>
          <a:bodyPr spcFirstLastPara="1" wrap="square" lIns="0" tIns="0" rIns="0" bIns="0" anchor="t" anchorCtr="0">
            <a:noAutofit/>
          </a:bodyPr>
          <a:lstStyle/>
          <a:p>
            <a:pPr marL="0" marR="0" lvl="0" indent="0" algn="l" rtl="0">
              <a:lnSpc>
                <a:spcPct val="124242"/>
              </a:lnSpc>
              <a:spcBef>
                <a:spcPts val="0"/>
              </a:spcBef>
              <a:spcAft>
                <a:spcPts val="0"/>
              </a:spcAft>
              <a:buClr>
                <a:srgbClr val="405449"/>
              </a:buClr>
              <a:buSzPts val="1031"/>
              <a:buFont typeface="Fraunces ExtraBold"/>
              <a:buNone/>
            </a:pPr>
            <a:r>
              <a:rPr lang="en-US" sz="1125" b="1">
                <a:solidFill>
                  <a:srgbClr val="405449"/>
                </a:solidFill>
                <a:latin typeface="Fraunces ExtraBold"/>
                <a:ea typeface="Fraunces ExtraBold"/>
                <a:cs typeface="Fraunces ExtraBold"/>
                <a:sym typeface="Fraunces ExtraBold"/>
              </a:rPr>
              <a:t>Sharvani Kadarla</a:t>
            </a:r>
            <a:endParaRPr sz="1125">
              <a:solidFill>
                <a:schemeClr val="dk1"/>
              </a:solidFill>
              <a:latin typeface="Calibri"/>
              <a:ea typeface="Calibri"/>
              <a:cs typeface="Calibri"/>
              <a:sym typeface="Calibri"/>
            </a:endParaRPr>
          </a:p>
        </p:txBody>
      </p:sp>
      <p:sp>
        <p:nvSpPr>
          <p:cNvPr id="161" name="Google Shape;161;g3972f305dbe_0_2"/>
          <p:cNvSpPr/>
          <p:nvPr/>
        </p:nvSpPr>
        <p:spPr>
          <a:xfrm>
            <a:off x="599664" y="1860110"/>
            <a:ext cx="3826800" cy="147600"/>
          </a:xfrm>
          <a:prstGeom prst="rect">
            <a:avLst/>
          </a:prstGeom>
          <a:noFill/>
          <a:ln>
            <a:noFill/>
          </a:ln>
        </p:spPr>
        <p:txBody>
          <a:bodyPr spcFirstLastPara="1" wrap="square" lIns="0" tIns="0" rIns="0" bIns="0" anchor="t" anchorCtr="0">
            <a:noAutofit/>
          </a:bodyPr>
          <a:lstStyle/>
          <a:p>
            <a:pPr marL="0" marR="0" lvl="0" indent="0" algn="l" rtl="0">
              <a:lnSpc>
                <a:spcPct val="142307"/>
              </a:lnSpc>
              <a:spcBef>
                <a:spcPts val="0"/>
              </a:spcBef>
              <a:spcAft>
                <a:spcPts val="0"/>
              </a:spcAft>
              <a:buClr>
                <a:srgbClr val="405449"/>
              </a:buClr>
              <a:buSzPts val="813"/>
              <a:buFont typeface="Nobile"/>
              <a:buNone/>
            </a:pPr>
            <a:r>
              <a:rPr lang="en-US" sz="938" b="1">
                <a:solidFill>
                  <a:srgbClr val="405449"/>
                </a:solidFill>
                <a:latin typeface="Nobile"/>
                <a:ea typeface="Nobile"/>
                <a:cs typeface="Nobile"/>
                <a:sym typeface="Nobile"/>
              </a:rPr>
              <a:t>Project Manager &amp; Software Developer</a:t>
            </a:r>
            <a:endParaRPr sz="938">
              <a:solidFill>
                <a:schemeClr val="dk1"/>
              </a:solidFill>
              <a:latin typeface="Calibri"/>
              <a:ea typeface="Calibri"/>
              <a:cs typeface="Calibri"/>
              <a:sym typeface="Calibri"/>
            </a:endParaRPr>
          </a:p>
        </p:txBody>
      </p:sp>
      <p:sp>
        <p:nvSpPr>
          <p:cNvPr id="162" name="Google Shape;162;g3972f305dbe_0_2"/>
          <p:cNvSpPr/>
          <p:nvPr/>
        </p:nvSpPr>
        <p:spPr>
          <a:xfrm>
            <a:off x="599664" y="2055298"/>
            <a:ext cx="3826800" cy="849300"/>
          </a:xfrm>
          <a:prstGeom prst="rect">
            <a:avLst/>
          </a:prstGeom>
          <a:noFill/>
          <a:ln>
            <a:noFill/>
          </a:ln>
        </p:spPr>
        <p:txBody>
          <a:bodyPr spcFirstLastPara="1" wrap="square" lIns="0" tIns="0" rIns="0" bIns="0" anchor="t" anchorCtr="0">
            <a:noAutofit/>
          </a:bodyPr>
          <a:lstStyle/>
          <a:p>
            <a:pPr marL="214313" marR="0" lvl="0" indent="-222250" algn="l" rtl="0">
              <a:lnSpc>
                <a:spcPct val="142307"/>
              </a:lnSpc>
              <a:spcBef>
                <a:spcPts val="0"/>
              </a:spcBef>
              <a:spcAft>
                <a:spcPts val="0"/>
              </a:spcAft>
              <a:buClr>
                <a:srgbClr val="405449"/>
              </a:buClr>
              <a:buSzPts val="938"/>
              <a:buFont typeface="Nobile"/>
              <a:buChar char="•"/>
            </a:pPr>
            <a:r>
              <a:rPr lang="en-US" sz="938">
                <a:solidFill>
                  <a:srgbClr val="405449"/>
                </a:solidFill>
                <a:latin typeface="Nobile"/>
                <a:ea typeface="Nobile"/>
                <a:cs typeface="Nobile"/>
                <a:sym typeface="Nobile"/>
              </a:rPr>
              <a:t>Define project vision, roadmap, and milestones</a:t>
            </a:r>
            <a:endParaRPr sz="938">
              <a:solidFill>
                <a:schemeClr val="dk1"/>
              </a:solidFill>
              <a:latin typeface="Calibri"/>
              <a:ea typeface="Calibri"/>
              <a:cs typeface="Calibri"/>
              <a:sym typeface="Calibri"/>
            </a:endParaRPr>
          </a:p>
          <a:p>
            <a:pPr marL="214313" marR="0" lvl="0" indent="-222250" algn="l" rtl="0">
              <a:lnSpc>
                <a:spcPct val="142307"/>
              </a:lnSpc>
              <a:spcBef>
                <a:spcPts val="0"/>
              </a:spcBef>
              <a:spcAft>
                <a:spcPts val="0"/>
              </a:spcAft>
              <a:buClr>
                <a:srgbClr val="405449"/>
              </a:buClr>
              <a:buSzPts val="938"/>
              <a:buFont typeface="Nobile"/>
              <a:buChar char="•"/>
            </a:pPr>
            <a:r>
              <a:rPr lang="en-US" sz="938">
                <a:solidFill>
                  <a:srgbClr val="405449"/>
                </a:solidFill>
                <a:latin typeface="Nobile"/>
                <a:ea typeface="Nobile"/>
                <a:cs typeface="Nobile"/>
                <a:sym typeface="Nobile"/>
              </a:rPr>
              <a:t>Plan sprints and coordinate team tasks</a:t>
            </a:r>
            <a:endParaRPr sz="938">
              <a:solidFill>
                <a:schemeClr val="dk1"/>
              </a:solidFill>
              <a:latin typeface="Calibri"/>
              <a:ea typeface="Calibri"/>
              <a:cs typeface="Calibri"/>
              <a:sym typeface="Calibri"/>
            </a:endParaRPr>
          </a:p>
          <a:p>
            <a:pPr marL="214313" marR="0" lvl="0" indent="-222250" algn="l" rtl="0">
              <a:lnSpc>
                <a:spcPct val="142307"/>
              </a:lnSpc>
              <a:spcBef>
                <a:spcPts val="0"/>
              </a:spcBef>
              <a:spcAft>
                <a:spcPts val="0"/>
              </a:spcAft>
              <a:buClr>
                <a:srgbClr val="405449"/>
              </a:buClr>
              <a:buSzPts val="938"/>
              <a:buFont typeface="Nobile"/>
              <a:buChar char="•"/>
            </a:pPr>
            <a:r>
              <a:rPr lang="en-US" sz="938">
                <a:solidFill>
                  <a:srgbClr val="405449"/>
                </a:solidFill>
                <a:latin typeface="Nobile"/>
                <a:ea typeface="Nobile"/>
                <a:cs typeface="Nobile"/>
                <a:sym typeface="Nobile"/>
              </a:rPr>
              <a:t>Design system architecture and data flow</a:t>
            </a:r>
            <a:endParaRPr sz="938">
              <a:solidFill>
                <a:schemeClr val="dk1"/>
              </a:solidFill>
              <a:latin typeface="Calibri"/>
              <a:ea typeface="Calibri"/>
              <a:cs typeface="Calibri"/>
              <a:sym typeface="Calibri"/>
            </a:endParaRPr>
          </a:p>
          <a:p>
            <a:pPr marL="214313" marR="0" lvl="0" indent="-222250" algn="l" rtl="0">
              <a:lnSpc>
                <a:spcPct val="142307"/>
              </a:lnSpc>
              <a:spcBef>
                <a:spcPts val="0"/>
              </a:spcBef>
              <a:spcAft>
                <a:spcPts val="0"/>
              </a:spcAft>
              <a:buClr>
                <a:srgbClr val="405449"/>
              </a:buClr>
              <a:buSzPts val="938"/>
              <a:buFont typeface="Nobile"/>
              <a:buChar char="•"/>
            </a:pPr>
            <a:r>
              <a:rPr lang="en-US" sz="938">
                <a:solidFill>
                  <a:srgbClr val="405449"/>
                </a:solidFill>
                <a:latin typeface="Nobile"/>
                <a:ea typeface="Nobile"/>
                <a:cs typeface="Nobile"/>
                <a:sym typeface="Nobile"/>
              </a:rPr>
              <a:t>Ensure integration across all modules</a:t>
            </a:r>
            <a:endParaRPr sz="938">
              <a:solidFill>
                <a:schemeClr val="dk1"/>
              </a:solidFill>
              <a:latin typeface="Calibri"/>
              <a:ea typeface="Calibri"/>
              <a:cs typeface="Calibri"/>
              <a:sym typeface="Calibri"/>
            </a:endParaRPr>
          </a:p>
          <a:p>
            <a:pPr marL="214313" marR="0" lvl="0" indent="-222250" algn="l" rtl="0">
              <a:lnSpc>
                <a:spcPct val="142307"/>
              </a:lnSpc>
              <a:spcBef>
                <a:spcPts val="0"/>
              </a:spcBef>
              <a:spcAft>
                <a:spcPts val="0"/>
              </a:spcAft>
              <a:buClr>
                <a:srgbClr val="405449"/>
              </a:buClr>
              <a:buSzPts val="938"/>
              <a:buFont typeface="Nobile"/>
              <a:buChar char="•"/>
            </a:pPr>
            <a:r>
              <a:rPr lang="en-US" sz="938">
                <a:solidFill>
                  <a:srgbClr val="405449"/>
                </a:solidFill>
                <a:latin typeface="Nobile"/>
                <a:ea typeface="Nobile"/>
                <a:cs typeface="Nobile"/>
                <a:sym typeface="Nobile"/>
              </a:rPr>
              <a:t>Monitor progress and resolve blockers</a:t>
            </a:r>
            <a:endParaRPr sz="938">
              <a:solidFill>
                <a:schemeClr val="dk1"/>
              </a:solidFill>
              <a:latin typeface="Calibri"/>
              <a:ea typeface="Calibri"/>
              <a:cs typeface="Calibri"/>
              <a:sym typeface="Calibri"/>
            </a:endParaRPr>
          </a:p>
        </p:txBody>
      </p:sp>
      <p:sp>
        <p:nvSpPr>
          <p:cNvPr id="163" name="Google Shape;163;g3972f305dbe_0_2"/>
          <p:cNvSpPr/>
          <p:nvPr/>
        </p:nvSpPr>
        <p:spPr>
          <a:xfrm>
            <a:off x="4611398" y="1145141"/>
            <a:ext cx="4038900" cy="1944300"/>
          </a:xfrm>
          <a:prstGeom prst="roundRect">
            <a:avLst>
              <a:gd name="adj" fmla="val 5106"/>
            </a:avLst>
          </a:prstGeom>
          <a:solidFill>
            <a:srgbClr val="E8F3E8"/>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164" name="Google Shape;164;g3972f305dbe_0_2"/>
          <p:cNvSpPr/>
          <p:nvPr/>
        </p:nvSpPr>
        <p:spPr>
          <a:xfrm>
            <a:off x="4717217" y="1250956"/>
            <a:ext cx="317400" cy="317400"/>
          </a:xfrm>
          <a:prstGeom prst="roundRect">
            <a:avLst>
              <a:gd name="adj" fmla="val 18000999"/>
            </a:avLst>
          </a:prstGeom>
          <a:solidFill>
            <a:srgbClr val="43895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165" name="Google Shape;165;g3972f305dbe_0_2" descr="preencoded.png"/>
          <p:cNvSpPr/>
          <p:nvPr/>
        </p:nvSpPr>
        <p:spPr>
          <a:xfrm>
            <a:off x="4804505" y="1338244"/>
            <a:ext cx="142800" cy="142800"/>
          </a:xfrm>
          <a:prstGeom prst="rect">
            <a:avLst/>
          </a:prstGeom>
          <a:noFill/>
          <a:ln>
            <a:noFill/>
          </a:ln>
        </p:spPr>
      </p:sp>
      <p:sp>
        <p:nvSpPr>
          <p:cNvPr id="166" name="Google Shape;166;g3972f305dbe_0_2"/>
          <p:cNvSpPr/>
          <p:nvPr/>
        </p:nvSpPr>
        <p:spPr>
          <a:xfrm>
            <a:off x="4717217" y="1647360"/>
            <a:ext cx="1323000" cy="165300"/>
          </a:xfrm>
          <a:prstGeom prst="rect">
            <a:avLst/>
          </a:prstGeom>
          <a:noFill/>
          <a:ln>
            <a:noFill/>
          </a:ln>
        </p:spPr>
        <p:txBody>
          <a:bodyPr spcFirstLastPara="1" wrap="square" lIns="0" tIns="0" rIns="0" bIns="0" anchor="t" anchorCtr="0">
            <a:noAutofit/>
          </a:bodyPr>
          <a:lstStyle/>
          <a:p>
            <a:pPr marL="0" marR="0" lvl="0" indent="0" algn="l" rtl="0">
              <a:lnSpc>
                <a:spcPct val="124242"/>
              </a:lnSpc>
              <a:spcBef>
                <a:spcPts val="0"/>
              </a:spcBef>
              <a:spcAft>
                <a:spcPts val="0"/>
              </a:spcAft>
              <a:buClr>
                <a:srgbClr val="405449"/>
              </a:buClr>
              <a:buSzPts val="1031"/>
              <a:buFont typeface="Fraunces ExtraBold"/>
              <a:buNone/>
            </a:pPr>
            <a:r>
              <a:rPr lang="en-US" sz="1125" b="1">
                <a:solidFill>
                  <a:srgbClr val="405449"/>
                </a:solidFill>
                <a:latin typeface="Fraunces ExtraBold"/>
                <a:ea typeface="Fraunces ExtraBold"/>
                <a:cs typeface="Fraunces ExtraBold"/>
                <a:sym typeface="Fraunces ExtraBold"/>
              </a:rPr>
              <a:t>Deepali Sawant</a:t>
            </a:r>
            <a:endParaRPr sz="1125">
              <a:solidFill>
                <a:schemeClr val="dk1"/>
              </a:solidFill>
              <a:latin typeface="Calibri"/>
              <a:ea typeface="Calibri"/>
              <a:cs typeface="Calibri"/>
              <a:sym typeface="Calibri"/>
            </a:endParaRPr>
          </a:p>
        </p:txBody>
      </p:sp>
      <p:sp>
        <p:nvSpPr>
          <p:cNvPr id="167" name="Google Shape;167;g3972f305dbe_0_2"/>
          <p:cNvSpPr/>
          <p:nvPr/>
        </p:nvSpPr>
        <p:spPr>
          <a:xfrm>
            <a:off x="4717217" y="1860110"/>
            <a:ext cx="3827100" cy="147600"/>
          </a:xfrm>
          <a:prstGeom prst="rect">
            <a:avLst/>
          </a:prstGeom>
          <a:noFill/>
          <a:ln>
            <a:noFill/>
          </a:ln>
        </p:spPr>
        <p:txBody>
          <a:bodyPr spcFirstLastPara="1" wrap="square" lIns="0" tIns="0" rIns="0" bIns="0" anchor="t" anchorCtr="0">
            <a:noAutofit/>
          </a:bodyPr>
          <a:lstStyle/>
          <a:p>
            <a:pPr marL="0" marR="0" lvl="0" indent="0" algn="l" rtl="0">
              <a:lnSpc>
                <a:spcPct val="142307"/>
              </a:lnSpc>
              <a:spcBef>
                <a:spcPts val="0"/>
              </a:spcBef>
              <a:spcAft>
                <a:spcPts val="0"/>
              </a:spcAft>
              <a:buClr>
                <a:srgbClr val="405449"/>
              </a:buClr>
              <a:buSzPts val="813"/>
              <a:buFont typeface="Nobile"/>
              <a:buNone/>
            </a:pPr>
            <a:r>
              <a:rPr lang="en-US" sz="938" b="1">
                <a:solidFill>
                  <a:srgbClr val="405449"/>
                </a:solidFill>
                <a:latin typeface="Nobile"/>
                <a:ea typeface="Nobile"/>
                <a:cs typeface="Nobile"/>
                <a:sym typeface="Nobile"/>
              </a:rPr>
              <a:t>Frontend &amp; Visualization Engineer</a:t>
            </a:r>
            <a:endParaRPr sz="938">
              <a:solidFill>
                <a:schemeClr val="dk1"/>
              </a:solidFill>
              <a:latin typeface="Calibri"/>
              <a:ea typeface="Calibri"/>
              <a:cs typeface="Calibri"/>
              <a:sym typeface="Calibri"/>
            </a:endParaRPr>
          </a:p>
        </p:txBody>
      </p:sp>
      <p:sp>
        <p:nvSpPr>
          <p:cNvPr id="168" name="Google Shape;168;g3972f305dbe_0_2"/>
          <p:cNvSpPr/>
          <p:nvPr/>
        </p:nvSpPr>
        <p:spPr>
          <a:xfrm>
            <a:off x="4717217" y="2055298"/>
            <a:ext cx="3827100" cy="673800"/>
          </a:xfrm>
          <a:prstGeom prst="rect">
            <a:avLst/>
          </a:prstGeom>
          <a:noFill/>
          <a:ln>
            <a:noFill/>
          </a:ln>
        </p:spPr>
        <p:txBody>
          <a:bodyPr spcFirstLastPara="1" wrap="square" lIns="0" tIns="0" rIns="0" bIns="0" anchor="t" anchorCtr="0">
            <a:noAutofit/>
          </a:bodyPr>
          <a:lstStyle/>
          <a:p>
            <a:pPr marL="214313" marR="0" lvl="0" indent="-222250" algn="l" rtl="0">
              <a:lnSpc>
                <a:spcPct val="142307"/>
              </a:lnSpc>
              <a:spcBef>
                <a:spcPts val="0"/>
              </a:spcBef>
              <a:spcAft>
                <a:spcPts val="0"/>
              </a:spcAft>
              <a:buClr>
                <a:srgbClr val="405449"/>
              </a:buClr>
              <a:buSzPts val="938"/>
              <a:buFont typeface="Nobile"/>
              <a:buChar char="•"/>
            </a:pPr>
            <a:r>
              <a:rPr lang="en-US" sz="938">
                <a:solidFill>
                  <a:srgbClr val="405449"/>
                </a:solidFill>
                <a:latin typeface="Nobile"/>
                <a:ea typeface="Nobile"/>
                <a:cs typeface="Nobile"/>
                <a:sym typeface="Nobile"/>
              </a:rPr>
              <a:t>Develop interactive UI and dashboards</a:t>
            </a:r>
            <a:endParaRPr sz="938">
              <a:solidFill>
                <a:schemeClr val="dk1"/>
              </a:solidFill>
              <a:latin typeface="Calibri"/>
              <a:ea typeface="Calibri"/>
              <a:cs typeface="Calibri"/>
              <a:sym typeface="Calibri"/>
            </a:endParaRPr>
          </a:p>
          <a:p>
            <a:pPr marL="214313" marR="0" lvl="0" indent="-222250" algn="l" rtl="0">
              <a:lnSpc>
                <a:spcPct val="142307"/>
              </a:lnSpc>
              <a:spcBef>
                <a:spcPts val="0"/>
              </a:spcBef>
              <a:spcAft>
                <a:spcPts val="0"/>
              </a:spcAft>
              <a:buClr>
                <a:srgbClr val="405449"/>
              </a:buClr>
              <a:buSzPts val="938"/>
              <a:buFont typeface="Nobile"/>
              <a:buChar char="•"/>
            </a:pPr>
            <a:r>
              <a:rPr lang="en-US" sz="938">
                <a:solidFill>
                  <a:srgbClr val="405449"/>
                </a:solidFill>
                <a:latin typeface="Nobile"/>
                <a:ea typeface="Nobile"/>
                <a:cs typeface="Nobile"/>
                <a:sym typeface="Nobile"/>
              </a:rPr>
              <a:t>Build portfolio and knowledge graph visualizations</a:t>
            </a:r>
            <a:endParaRPr sz="938">
              <a:solidFill>
                <a:schemeClr val="dk1"/>
              </a:solidFill>
              <a:latin typeface="Calibri"/>
              <a:ea typeface="Calibri"/>
              <a:cs typeface="Calibri"/>
              <a:sym typeface="Calibri"/>
            </a:endParaRPr>
          </a:p>
          <a:p>
            <a:pPr marL="214313" marR="0" lvl="0" indent="-222250" algn="l" rtl="0">
              <a:lnSpc>
                <a:spcPct val="142307"/>
              </a:lnSpc>
              <a:spcBef>
                <a:spcPts val="0"/>
              </a:spcBef>
              <a:spcAft>
                <a:spcPts val="0"/>
              </a:spcAft>
              <a:buClr>
                <a:srgbClr val="405449"/>
              </a:buClr>
              <a:buSzPts val="938"/>
              <a:buFont typeface="Nobile"/>
              <a:buChar char="•"/>
            </a:pPr>
            <a:r>
              <a:rPr lang="en-US" sz="938">
                <a:solidFill>
                  <a:srgbClr val="405449"/>
                </a:solidFill>
                <a:latin typeface="Nobile"/>
                <a:ea typeface="Nobile"/>
                <a:cs typeface="Nobile"/>
                <a:sym typeface="Nobile"/>
              </a:rPr>
              <a:t>Ensure clean, user-friendly UI/UX design</a:t>
            </a:r>
            <a:endParaRPr sz="938">
              <a:solidFill>
                <a:schemeClr val="dk1"/>
              </a:solidFill>
              <a:latin typeface="Calibri"/>
              <a:ea typeface="Calibri"/>
              <a:cs typeface="Calibri"/>
              <a:sym typeface="Calibri"/>
            </a:endParaRPr>
          </a:p>
          <a:p>
            <a:pPr marL="214313" marR="0" lvl="0" indent="-222250" algn="l" rtl="0">
              <a:lnSpc>
                <a:spcPct val="142307"/>
              </a:lnSpc>
              <a:spcBef>
                <a:spcPts val="0"/>
              </a:spcBef>
              <a:spcAft>
                <a:spcPts val="0"/>
              </a:spcAft>
              <a:buClr>
                <a:srgbClr val="405449"/>
              </a:buClr>
              <a:buSzPts val="938"/>
              <a:buFont typeface="Nobile"/>
              <a:buChar char="•"/>
            </a:pPr>
            <a:r>
              <a:rPr lang="en-US" sz="938">
                <a:solidFill>
                  <a:srgbClr val="405449"/>
                </a:solidFill>
                <a:latin typeface="Nobile"/>
                <a:ea typeface="Nobile"/>
                <a:cs typeface="Nobile"/>
                <a:sym typeface="Nobile"/>
              </a:rPr>
              <a:t>Integrate frontend with backend APIs and AI outputs</a:t>
            </a:r>
            <a:endParaRPr sz="938">
              <a:solidFill>
                <a:schemeClr val="dk1"/>
              </a:solidFill>
              <a:latin typeface="Calibri"/>
              <a:ea typeface="Calibri"/>
              <a:cs typeface="Calibri"/>
              <a:sym typeface="Calibri"/>
            </a:endParaRPr>
          </a:p>
        </p:txBody>
      </p:sp>
      <p:sp>
        <p:nvSpPr>
          <p:cNvPr id="169" name="Google Shape;169;g3972f305dbe_0_2"/>
          <p:cNvSpPr/>
          <p:nvPr/>
        </p:nvSpPr>
        <p:spPr>
          <a:xfrm>
            <a:off x="493852" y="3147234"/>
            <a:ext cx="4038600" cy="1824600"/>
          </a:xfrm>
          <a:prstGeom prst="roundRect">
            <a:avLst>
              <a:gd name="adj" fmla="val 5636"/>
            </a:avLst>
          </a:prstGeom>
          <a:solidFill>
            <a:srgbClr val="E8F3E8"/>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170" name="Google Shape;170;g3972f305dbe_0_2"/>
          <p:cNvSpPr/>
          <p:nvPr/>
        </p:nvSpPr>
        <p:spPr>
          <a:xfrm>
            <a:off x="599668" y="3199081"/>
            <a:ext cx="317400" cy="342900"/>
          </a:xfrm>
          <a:prstGeom prst="roundRect">
            <a:avLst>
              <a:gd name="adj" fmla="val 18000999"/>
            </a:avLst>
          </a:prstGeom>
          <a:solidFill>
            <a:srgbClr val="43895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171" name="Google Shape;171;g3972f305dbe_0_2" descr="preencoded.png"/>
          <p:cNvSpPr/>
          <p:nvPr/>
        </p:nvSpPr>
        <p:spPr>
          <a:xfrm>
            <a:off x="686956" y="3293325"/>
            <a:ext cx="142800" cy="154200"/>
          </a:xfrm>
          <a:prstGeom prst="rect">
            <a:avLst/>
          </a:prstGeom>
          <a:noFill/>
          <a:ln>
            <a:noFill/>
          </a:ln>
        </p:spPr>
      </p:sp>
      <p:sp>
        <p:nvSpPr>
          <p:cNvPr id="172" name="Google Shape;172;g3972f305dbe_0_2"/>
          <p:cNvSpPr/>
          <p:nvPr/>
        </p:nvSpPr>
        <p:spPr>
          <a:xfrm>
            <a:off x="599668" y="3627080"/>
            <a:ext cx="3515100" cy="178500"/>
          </a:xfrm>
          <a:prstGeom prst="rect">
            <a:avLst/>
          </a:prstGeom>
          <a:noFill/>
          <a:ln>
            <a:noFill/>
          </a:ln>
        </p:spPr>
        <p:txBody>
          <a:bodyPr spcFirstLastPara="1" wrap="square" lIns="0" tIns="0" rIns="0" bIns="0" anchor="t" anchorCtr="0">
            <a:noAutofit/>
          </a:bodyPr>
          <a:lstStyle/>
          <a:p>
            <a:pPr marL="0" marR="0" lvl="0" indent="0" algn="l" rtl="0">
              <a:lnSpc>
                <a:spcPct val="124242"/>
              </a:lnSpc>
              <a:spcBef>
                <a:spcPts val="0"/>
              </a:spcBef>
              <a:spcAft>
                <a:spcPts val="0"/>
              </a:spcAft>
              <a:buClr>
                <a:srgbClr val="405449"/>
              </a:buClr>
              <a:buSzPts val="1031"/>
              <a:buFont typeface="Fraunces ExtraBold"/>
              <a:buNone/>
            </a:pPr>
            <a:r>
              <a:rPr lang="en-US" sz="1125" b="1">
                <a:solidFill>
                  <a:srgbClr val="405449"/>
                </a:solidFill>
                <a:latin typeface="Fraunces ExtraBold"/>
                <a:ea typeface="Fraunces ExtraBold"/>
                <a:cs typeface="Fraunces ExtraBold"/>
                <a:sym typeface="Fraunces ExtraBold"/>
              </a:rPr>
              <a:t>Jai Sheel Bhasker Paladugu</a:t>
            </a:r>
            <a:endParaRPr sz="1125">
              <a:solidFill>
                <a:schemeClr val="dk1"/>
              </a:solidFill>
              <a:latin typeface="Calibri"/>
              <a:ea typeface="Calibri"/>
              <a:cs typeface="Calibri"/>
              <a:sym typeface="Calibri"/>
            </a:endParaRPr>
          </a:p>
        </p:txBody>
      </p:sp>
      <p:sp>
        <p:nvSpPr>
          <p:cNvPr id="173" name="Google Shape;173;g3972f305dbe_0_2"/>
          <p:cNvSpPr/>
          <p:nvPr/>
        </p:nvSpPr>
        <p:spPr>
          <a:xfrm>
            <a:off x="599668" y="3856778"/>
            <a:ext cx="3826800" cy="159600"/>
          </a:xfrm>
          <a:prstGeom prst="rect">
            <a:avLst/>
          </a:prstGeom>
          <a:noFill/>
          <a:ln>
            <a:noFill/>
          </a:ln>
        </p:spPr>
        <p:txBody>
          <a:bodyPr spcFirstLastPara="1" wrap="square" lIns="0" tIns="0" rIns="0" bIns="0" anchor="t" anchorCtr="0">
            <a:noAutofit/>
          </a:bodyPr>
          <a:lstStyle/>
          <a:p>
            <a:pPr marL="0" marR="0" lvl="0" indent="0" algn="l" rtl="0">
              <a:lnSpc>
                <a:spcPct val="142307"/>
              </a:lnSpc>
              <a:spcBef>
                <a:spcPts val="0"/>
              </a:spcBef>
              <a:spcAft>
                <a:spcPts val="0"/>
              </a:spcAft>
              <a:buClr>
                <a:srgbClr val="405449"/>
              </a:buClr>
              <a:buSzPts val="813"/>
              <a:buFont typeface="Nobile"/>
              <a:buNone/>
            </a:pPr>
            <a:r>
              <a:rPr lang="en-US" sz="938" b="1">
                <a:solidFill>
                  <a:srgbClr val="405449"/>
                </a:solidFill>
                <a:latin typeface="Nobile"/>
                <a:ea typeface="Nobile"/>
                <a:cs typeface="Nobile"/>
                <a:sym typeface="Nobile"/>
              </a:rPr>
              <a:t>AI / Machine Learning Engineer</a:t>
            </a:r>
            <a:endParaRPr sz="938">
              <a:solidFill>
                <a:schemeClr val="dk1"/>
              </a:solidFill>
              <a:latin typeface="Calibri"/>
              <a:ea typeface="Calibri"/>
              <a:cs typeface="Calibri"/>
              <a:sym typeface="Calibri"/>
            </a:endParaRPr>
          </a:p>
        </p:txBody>
      </p:sp>
      <p:sp>
        <p:nvSpPr>
          <p:cNvPr id="174" name="Google Shape;174;g3972f305dbe_0_2"/>
          <p:cNvSpPr/>
          <p:nvPr/>
        </p:nvSpPr>
        <p:spPr>
          <a:xfrm>
            <a:off x="599668" y="4067521"/>
            <a:ext cx="3826800" cy="727500"/>
          </a:xfrm>
          <a:prstGeom prst="rect">
            <a:avLst/>
          </a:prstGeom>
          <a:noFill/>
          <a:ln>
            <a:noFill/>
          </a:ln>
        </p:spPr>
        <p:txBody>
          <a:bodyPr spcFirstLastPara="1" wrap="square" lIns="0" tIns="0" rIns="0" bIns="0" anchor="t" anchorCtr="0">
            <a:noAutofit/>
          </a:bodyPr>
          <a:lstStyle/>
          <a:p>
            <a:pPr marL="214313" marR="0" lvl="0" indent="-222250" algn="l" rtl="0">
              <a:lnSpc>
                <a:spcPct val="142307"/>
              </a:lnSpc>
              <a:spcBef>
                <a:spcPts val="0"/>
              </a:spcBef>
              <a:spcAft>
                <a:spcPts val="0"/>
              </a:spcAft>
              <a:buClr>
                <a:srgbClr val="405449"/>
              </a:buClr>
              <a:buSzPts val="938"/>
              <a:buFont typeface="Nobile"/>
              <a:buChar char="•"/>
            </a:pPr>
            <a:r>
              <a:rPr lang="en-US" sz="938">
                <a:solidFill>
                  <a:srgbClr val="405449"/>
                </a:solidFill>
                <a:latin typeface="Nobile"/>
                <a:ea typeface="Nobile"/>
                <a:cs typeface="Nobile"/>
                <a:sym typeface="Nobile"/>
              </a:rPr>
              <a:t>Develop AI models for event impact analysis</a:t>
            </a:r>
            <a:endParaRPr sz="938">
              <a:solidFill>
                <a:schemeClr val="dk1"/>
              </a:solidFill>
              <a:latin typeface="Calibri"/>
              <a:ea typeface="Calibri"/>
              <a:cs typeface="Calibri"/>
              <a:sym typeface="Calibri"/>
            </a:endParaRPr>
          </a:p>
          <a:p>
            <a:pPr marL="214313" marR="0" lvl="0" indent="-222250" algn="l" rtl="0">
              <a:lnSpc>
                <a:spcPct val="142307"/>
              </a:lnSpc>
              <a:spcBef>
                <a:spcPts val="0"/>
              </a:spcBef>
              <a:spcAft>
                <a:spcPts val="0"/>
              </a:spcAft>
              <a:buClr>
                <a:srgbClr val="405449"/>
              </a:buClr>
              <a:buSzPts val="938"/>
              <a:buFont typeface="Nobile"/>
              <a:buChar char="•"/>
            </a:pPr>
            <a:r>
              <a:rPr lang="en-US" sz="938">
                <a:solidFill>
                  <a:srgbClr val="405449"/>
                </a:solidFill>
                <a:latin typeface="Nobile"/>
                <a:ea typeface="Nobile"/>
                <a:cs typeface="Nobile"/>
                <a:sym typeface="Nobile"/>
              </a:rPr>
              <a:t>Build causal graphs for industry and company effects</a:t>
            </a:r>
            <a:endParaRPr sz="938">
              <a:solidFill>
                <a:schemeClr val="dk1"/>
              </a:solidFill>
              <a:latin typeface="Calibri"/>
              <a:ea typeface="Calibri"/>
              <a:cs typeface="Calibri"/>
              <a:sym typeface="Calibri"/>
            </a:endParaRPr>
          </a:p>
          <a:p>
            <a:pPr marL="214313" marR="0" lvl="0" indent="-222250" algn="l" rtl="0">
              <a:lnSpc>
                <a:spcPct val="142307"/>
              </a:lnSpc>
              <a:spcBef>
                <a:spcPts val="0"/>
              </a:spcBef>
              <a:spcAft>
                <a:spcPts val="0"/>
              </a:spcAft>
              <a:buClr>
                <a:srgbClr val="405449"/>
              </a:buClr>
              <a:buSzPts val="938"/>
              <a:buFont typeface="Nobile"/>
              <a:buChar char="•"/>
            </a:pPr>
            <a:r>
              <a:rPr lang="en-US" sz="938">
                <a:solidFill>
                  <a:srgbClr val="405449"/>
                </a:solidFill>
                <a:latin typeface="Nobile"/>
                <a:ea typeface="Nobile"/>
                <a:cs typeface="Nobile"/>
                <a:sym typeface="Nobile"/>
              </a:rPr>
              <a:t>Implement LLM-based explainable insights</a:t>
            </a:r>
            <a:endParaRPr sz="938">
              <a:solidFill>
                <a:schemeClr val="dk1"/>
              </a:solidFill>
              <a:latin typeface="Calibri"/>
              <a:ea typeface="Calibri"/>
              <a:cs typeface="Calibri"/>
              <a:sym typeface="Calibri"/>
            </a:endParaRPr>
          </a:p>
          <a:p>
            <a:pPr marL="214313" marR="0" lvl="0" indent="-222250" algn="l" rtl="0">
              <a:lnSpc>
                <a:spcPct val="142307"/>
              </a:lnSpc>
              <a:spcBef>
                <a:spcPts val="0"/>
              </a:spcBef>
              <a:spcAft>
                <a:spcPts val="0"/>
              </a:spcAft>
              <a:buClr>
                <a:srgbClr val="405449"/>
              </a:buClr>
              <a:buSzPts val="938"/>
              <a:buFont typeface="Nobile"/>
              <a:buChar char="•"/>
            </a:pPr>
            <a:r>
              <a:rPr lang="en-US" sz="938">
                <a:solidFill>
                  <a:srgbClr val="405449"/>
                </a:solidFill>
                <a:latin typeface="Nobile"/>
                <a:ea typeface="Nobile"/>
                <a:cs typeface="Nobile"/>
                <a:sym typeface="Nobile"/>
              </a:rPr>
              <a:t>Run scenario simulations for portfolio risk analysis</a:t>
            </a:r>
            <a:endParaRPr sz="938">
              <a:solidFill>
                <a:schemeClr val="dk1"/>
              </a:solidFill>
              <a:latin typeface="Calibri"/>
              <a:ea typeface="Calibri"/>
              <a:cs typeface="Calibri"/>
              <a:sym typeface="Calibri"/>
            </a:endParaRPr>
          </a:p>
        </p:txBody>
      </p:sp>
      <p:sp>
        <p:nvSpPr>
          <p:cNvPr id="175" name="Google Shape;175;g3972f305dbe_0_2"/>
          <p:cNvSpPr/>
          <p:nvPr/>
        </p:nvSpPr>
        <p:spPr>
          <a:xfrm>
            <a:off x="7988158" y="4822433"/>
            <a:ext cx="1091700" cy="263400"/>
          </a:xfrm>
          <a:prstGeom prst="rect">
            <a:avLst/>
          </a:prstGeom>
          <a:solidFill>
            <a:schemeClr val="lt1"/>
          </a:solidFill>
          <a:ln w="7950" cap="flat" cmpd="sng">
            <a:solidFill>
              <a:schemeClr val="lt1"/>
            </a:solidFill>
            <a:prstDash val="solid"/>
            <a:miter lim="800000"/>
            <a:headEnd type="none" w="sm" len="sm"/>
            <a:tailEnd type="none" w="sm" len="sm"/>
          </a:ln>
        </p:spPr>
        <p:txBody>
          <a:bodyPr spcFirstLastPara="1" wrap="square" lIns="57150" tIns="28575" rIns="57150" bIns="28575" anchor="ctr" anchorCtr="0">
            <a:noAutofit/>
          </a:bodyPr>
          <a:lstStyle/>
          <a:p>
            <a:pPr marL="0" marR="0" lvl="0" indent="0" algn="ctr" rtl="0">
              <a:spcBef>
                <a:spcPts val="0"/>
              </a:spcBef>
              <a:spcAft>
                <a:spcPts val="0"/>
              </a:spcAft>
              <a:buNone/>
            </a:pPr>
            <a:endParaRPr sz="1125">
              <a:solidFill>
                <a:schemeClr val="lt1"/>
              </a:solidFill>
              <a:latin typeface="Calibri"/>
              <a:ea typeface="Calibri"/>
              <a:cs typeface="Calibri"/>
              <a:sym typeface="Calibri"/>
            </a:endParaRPr>
          </a:p>
        </p:txBody>
      </p:sp>
      <p:sp>
        <p:nvSpPr>
          <p:cNvPr id="176" name="Google Shape;176;g3972f305dbe_0_2"/>
          <p:cNvSpPr/>
          <p:nvPr/>
        </p:nvSpPr>
        <p:spPr>
          <a:xfrm>
            <a:off x="4611461" y="3147234"/>
            <a:ext cx="4038600" cy="1824600"/>
          </a:xfrm>
          <a:prstGeom prst="roundRect">
            <a:avLst>
              <a:gd name="adj" fmla="val 5636"/>
            </a:avLst>
          </a:prstGeom>
          <a:solidFill>
            <a:srgbClr val="E8F3E8"/>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177" name="Google Shape;177;g3972f305dbe_0_2"/>
          <p:cNvSpPr/>
          <p:nvPr/>
        </p:nvSpPr>
        <p:spPr>
          <a:xfrm>
            <a:off x="4717278" y="3199081"/>
            <a:ext cx="317400" cy="342900"/>
          </a:xfrm>
          <a:prstGeom prst="roundRect">
            <a:avLst>
              <a:gd name="adj" fmla="val 18000999"/>
            </a:avLst>
          </a:prstGeom>
          <a:solidFill>
            <a:srgbClr val="43895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178" name="Google Shape;178;g3972f305dbe_0_2" descr="preencoded.png"/>
          <p:cNvSpPr/>
          <p:nvPr/>
        </p:nvSpPr>
        <p:spPr>
          <a:xfrm>
            <a:off x="4804565" y="3293325"/>
            <a:ext cx="142800" cy="154200"/>
          </a:xfrm>
          <a:prstGeom prst="rect">
            <a:avLst/>
          </a:prstGeom>
          <a:noFill/>
          <a:ln>
            <a:noFill/>
          </a:ln>
        </p:spPr>
      </p:sp>
      <p:sp>
        <p:nvSpPr>
          <p:cNvPr id="179" name="Google Shape;179;g3972f305dbe_0_2"/>
          <p:cNvSpPr/>
          <p:nvPr/>
        </p:nvSpPr>
        <p:spPr>
          <a:xfrm>
            <a:off x="4717278" y="3627080"/>
            <a:ext cx="3515100" cy="178500"/>
          </a:xfrm>
          <a:prstGeom prst="rect">
            <a:avLst/>
          </a:prstGeom>
          <a:noFill/>
          <a:ln>
            <a:noFill/>
          </a:ln>
        </p:spPr>
        <p:txBody>
          <a:bodyPr spcFirstLastPara="1" wrap="square" lIns="0" tIns="0" rIns="0" bIns="0" anchor="t" anchorCtr="0">
            <a:noAutofit/>
          </a:bodyPr>
          <a:lstStyle/>
          <a:p>
            <a:pPr marL="0" marR="0" lvl="0" indent="0" algn="l" rtl="0">
              <a:lnSpc>
                <a:spcPct val="124242"/>
              </a:lnSpc>
              <a:spcBef>
                <a:spcPts val="0"/>
              </a:spcBef>
              <a:spcAft>
                <a:spcPts val="0"/>
              </a:spcAft>
              <a:buClr>
                <a:srgbClr val="405449"/>
              </a:buClr>
              <a:buSzPts val="1031"/>
              <a:buFont typeface="Fraunces ExtraBold"/>
              <a:buNone/>
            </a:pPr>
            <a:r>
              <a:rPr lang="en-US" sz="1125" b="1">
                <a:solidFill>
                  <a:srgbClr val="405449"/>
                </a:solidFill>
                <a:latin typeface="Fraunces ExtraBold"/>
                <a:ea typeface="Fraunces ExtraBold"/>
                <a:cs typeface="Fraunces ExtraBold"/>
                <a:sym typeface="Fraunces ExtraBold"/>
              </a:rPr>
              <a:t>Ashish Reddy Majjigapu</a:t>
            </a:r>
            <a:endParaRPr sz="1125">
              <a:solidFill>
                <a:schemeClr val="dk1"/>
              </a:solidFill>
              <a:latin typeface="Calibri"/>
              <a:ea typeface="Calibri"/>
              <a:cs typeface="Calibri"/>
              <a:sym typeface="Calibri"/>
            </a:endParaRPr>
          </a:p>
        </p:txBody>
      </p:sp>
      <p:sp>
        <p:nvSpPr>
          <p:cNvPr id="180" name="Google Shape;180;g3972f305dbe_0_2"/>
          <p:cNvSpPr/>
          <p:nvPr/>
        </p:nvSpPr>
        <p:spPr>
          <a:xfrm>
            <a:off x="4717278" y="3856778"/>
            <a:ext cx="3826800" cy="159600"/>
          </a:xfrm>
          <a:prstGeom prst="rect">
            <a:avLst/>
          </a:prstGeom>
          <a:noFill/>
          <a:ln>
            <a:noFill/>
          </a:ln>
        </p:spPr>
        <p:txBody>
          <a:bodyPr spcFirstLastPara="1" wrap="square" lIns="0" tIns="0" rIns="0" bIns="0" anchor="t" anchorCtr="0">
            <a:noAutofit/>
          </a:bodyPr>
          <a:lstStyle/>
          <a:p>
            <a:pPr marL="0" marR="0" lvl="0" indent="0" algn="l" rtl="0">
              <a:lnSpc>
                <a:spcPct val="142307"/>
              </a:lnSpc>
              <a:spcBef>
                <a:spcPts val="0"/>
              </a:spcBef>
              <a:spcAft>
                <a:spcPts val="0"/>
              </a:spcAft>
              <a:buClr>
                <a:srgbClr val="405449"/>
              </a:buClr>
              <a:buSzPts val="813"/>
              <a:buFont typeface="Nobile"/>
              <a:buNone/>
            </a:pPr>
            <a:r>
              <a:rPr lang="en-US" sz="938" b="1">
                <a:solidFill>
                  <a:srgbClr val="405449"/>
                </a:solidFill>
                <a:latin typeface="Nobile"/>
                <a:ea typeface="Nobile"/>
                <a:cs typeface="Nobile"/>
                <a:sym typeface="Nobile"/>
              </a:rPr>
              <a:t>Backend &amp; Data Engineering Lead</a:t>
            </a:r>
            <a:endParaRPr sz="938">
              <a:solidFill>
                <a:schemeClr val="dk1"/>
              </a:solidFill>
              <a:latin typeface="Calibri"/>
              <a:ea typeface="Calibri"/>
              <a:cs typeface="Calibri"/>
              <a:sym typeface="Calibri"/>
            </a:endParaRPr>
          </a:p>
        </p:txBody>
      </p:sp>
      <p:sp>
        <p:nvSpPr>
          <p:cNvPr id="181" name="Google Shape;181;g3972f305dbe_0_2"/>
          <p:cNvSpPr/>
          <p:nvPr/>
        </p:nvSpPr>
        <p:spPr>
          <a:xfrm>
            <a:off x="4717278" y="4067521"/>
            <a:ext cx="3826800" cy="727500"/>
          </a:xfrm>
          <a:prstGeom prst="rect">
            <a:avLst/>
          </a:prstGeom>
          <a:noFill/>
          <a:ln>
            <a:noFill/>
          </a:ln>
        </p:spPr>
        <p:txBody>
          <a:bodyPr spcFirstLastPara="1" wrap="square" lIns="0" tIns="0" rIns="0" bIns="0" anchor="t" anchorCtr="0">
            <a:noAutofit/>
          </a:bodyPr>
          <a:lstStyle/>
          <a:p>
            <a:pPr marL="285750" lvl="0" indent="-202406" algn="l" rtl="0">
              <a:lnSpc>
                <a:spcPct val="142307"/>
              </a:lnSpc>
              <a:spcBef>
                <a:spcPts val="0"/>
              </a:spcBef>
              <a:spcAft>
                <a:spcPts val="0"/>
              </a:spcAft>
              <a:buClr>
                <a:srgbClr val="405449"/>
              </a:buClr>
              <a:buSzPts val="938"/>
              <a:buFont typeface="Nobile"/>
              <a:buChar char="•"/>
            </a:pPr>
            <a:r>
              <a:rPr lang="en-US" sz="938">
                <a:solidFill>
                  <a:srgbClr val="405449"/>
                </a:solidFill>
                <a:latin typeface="Nobile"/>
                <a:ea typeface="Nobile"/>
                <a:cs typeface="Nobile"/>
                <a:sym typeface="Nobile"/>
              </a:rPr>
              <a:t>Develop RESTful APIs using FastAPI</a:t>
            </a:r>
            <a:endParaRPr sz="938">
              <a:solidFill>
                <a:srgbClr val="405449"/>
              </a:solidFill>
              <a:latin typeface="Nobile"/>
              <a:ea typeface="Nobile"/>
              <a:cs typeface="Nobile"/>
              <a:sym typeface="Nobile"/>
            </a:endParaRPr>
          </a:p>
          <a:p>
            <a:pPr marL="285750" lvl="0" indent="-202406" algn="l" rtl="0">
              <a:lnSpc>
                <a:spcPct val="142307"/>
              </a:lnSpc>
              <a:spcBef>
                <a:spcPts val="0"/>
              </a:spcBef>
              <a:spcAft>
                <a:spcPts val="0"/>
              </a:spcAft>
              <a:buClr>
                <a:srgbClr val="405449"/>
              </a:buClr>
              <a:buSzPts val="938"/>
              <a:buFont typeface="Nobile"/>
              <a:buChar char="•"/>
            </a:pPr>
            <a:r>
              <a:rPr lang="en-US" sz="938">
                <a:solidFill>
                  <a:srgbClr val="405449"/>
                </a:solidFill>
                <a:latin typeface="Nobile"/>
                <a:ea typeface="Nobile"/>
                <a:cs typeface="Nobile"/>
                <a:sym typeface="Nobile"/>
              </a:rPr>
              <a:t>Build data ingestion and preprocessing pipelines</a:t>
            </a:r>
            <a:endParaRPr sz="938">
              <a:solidFill>
                <a:srgbClr val="405449"/>
              </a:solidFill>
              <a:latin typeface="Nobile"/>
              <a:ea typeface="Nobile"/>
              <a:cs typeface="Nobile"/>
              <a:sym typeface="Nobile"/>
            </a:endParaRPr>
          </a:p>
          <a:p>
            <a:pPr marL="285750" lvl="0" indent="-202406" algn="l" rtl="0">
              <a:lnSpc>
                <a:spcPct val="142307"/>
              </a:lnSpc>
              <a:spcBef>
                <a:spcPts val="0"/>
              </a:spcBef>
              <a:spcAft>
                <a:spcPts val="0"/>
              </a:spcAft>
              <a:buClr>
                <a:srgbClr val="405449"/>
              </a:buClr>
              <a:buSzPts val="938"/>
              <a:buFont typeface="Nobile"/>
              <a:buChar char="•"/>
            </a:pPr>
            <a:r>
              <a:rPr lang="en-US" sz="938">
                <a:solidFill>
                  <a:srgbClr val="405449"/>
                </a:solidFill>
                <a:latin typeface="Nobile"/>
                <a:ea typeface="Nobile"/>
                <a:cs typeface="Nobile"/>
                <a:sym typeface="Nobile"/>
              </a:rPr>
              <a:t>Manage data storage and validation</a:t>
            </a:r>
            <a:endParaRPr sz="938">
              <a:solidFill>
                <a:srgbClr val="405449"/>
              </a:solidFill>
              <a:latin typeface="Nobile"/>
              <a:ea typeface="Nobile"/>
              <a:cs typeface="Nobile"/>
              <a:sym typeface="Nobile"/>
            </a:endParaRPr>
          </a:p>
          <a:p>
            <a:pPr marL="285750" lvl="0" indent="-202406" algn="l" rtl="0">
              <a:lnSpc>
                <a:spcPct val="142307"/>
              </a:lnSpc>
              <a:spcBef>
                <a:spcPts val="0"/>
              </a:spcBef>
              <a:spcAft>
                <a:spcPts val="0"/>
              </a:spcAft>
              <a:buClr>
                <a:srgbClr val="405449"/>
              </a:buClr>
              <a:buSzPts val="938"/>
              <a:buFont typeface="Nobile"/>
              <a:buChar char="•"/>
            </a:pPr>
            <a:r>
              <a:rPr lang="en-US" sz="938">
                <a:solidFill>
                  <a:srgbClr val="405449"/>
                </a:solidFill>
                <a:latin typeface="Nobile"/>
                <a:ea typeface="Nobile"/>
                <a:cs typeface="Nobile"/>
                <a:sym typeface="Nobile"/>
              </a:rPr>
              <a:t>Support portfolio risk calculations and backend performance</a:t>
            </a:r>
            <a:endParaRPr sz="938">
              <a:solidFill>
                <a:srgbClr val="405449"/>
              </a:solidFill>
              <a:latin typeface="Nobile"/>
              <a:ea typeface="Nobile"/>
              <a:cs typeface="Nobile"/>
              <a:sym typeface="Nobil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g3db0110bd91_0_120"/>
          <p:cNvSpPr/>
          <p:nvPr/>
        </p:nvSpPr>
        <p:spPr>
          <a:xfrm>
            <a:off x="254250" y="153900"/>
            <a:ext cx="8612700" cy="443400"/>
          </a:xfrm>
          <a:prstGeom prst="rect">
            <a:avLst/>
          </a:prstGeom>
          <a:noFill/>
          <a:ln>
            <a:noFill/>
          </a:ln>
        </p:spPr>
        <p:txBody>
          <a:bodyPr spcFirstLastPara="1" wrap="square" lIns="0" tIns="0" rIns="0" bIns="0" anchor="t" anchorCtr="0">
            <a:noAutofit/>
          </a:bodyPr>
          <a:lstStyle/>
          <a:p>
            <a:pPr marL="0" marR="0" lvl="0" indent="0" algn="l" rtl="0">
              <a:lnSpc>
                <a:spcPct val="125333"/>
              </a:lnSpc>
              <a:spcBef>
                <a:spcPts val="0"/>
              </a:spcBef>
              <a:spcAft>
                <a:spcPts val="0"/>
              </a:spcAft>
              <a:buClr>
                <a:srgbClr val="3B4540"/>
              </a:buClr>
              <a:buSzPts val="2477"/>
              <a:buFont typeface="Fraunces ExtraBold"/>
              <a:buNone/>
            </a:pPr>
            <a:r>
              <a:rPr lang="en-US" sz="2510">
                <a:solidFill>
                  <a:srgbClr val="3B4540"/>
                </a:solidFill>
                <a:latin typeface="Fraunces ExtraBold"/>
                <a:ea typeface="Fraunces ExtraBold"/>
                <a:cs typeface="Fraunces ExtraBold"/>
                <a:sym typeface="Fraunces ExtraBold"/>
              </a:rPr>
              <a:t>Improvements Made From Professor's Feedback </a:t>
            </a:r>
            <a:endParaRPr sz="2510">
              <a:solidFill>
                <a:schemeClr val="dk1"/>
              </a:solidFill>
              <a:latin typeface="Fraunces"/>
              <a:ea typeface="Fraunces"/>
              <a:cs typeface="Fraunces"/>
              <a:sym typeface="Fraunces"/>
            </a:endParaRPr>
          </a:p>
        </p:txBody>
      </p:sp>
      <p:sp>
        <p:nvSpPr>
          <p:cNvPr id="188" name="Google Shape;188;g3db0110bd91_0_120"/>
          <p:cNvSpPr/>
          <p:nvPr/>
        </p:nvSpPr>
        <p:spPr>
          <a:xfrm>
            <a:off x="277025" y="610125"/>
            <a:ext cx="8612700" cy="443400"/>
          </a:xfrm>
          <a:prstGeom prst="rect">
            <a:avLst/>
          </a:prstGeom>
          <a:solidFill>
            <a:srgbClr val="E8F3E8"/>
          </a:solidFill>
          <a:ln>
            <a:noFill/>
          </a:ln>
        </p:spPr>
        <p:txBody>
          <a:bodyPr spcFirstLastPara="1" wrap="square" lIns="0" tIns="0" rIns="0" bIns="0" anchor="t" anchorCtr="0">
            <a:noAutofit/>
          </a:bodyPr>
          <a:lstStyle/>
          <a:p>
            <a:pPr marL="0" marR="0" lvl="0" indent="0" algn="l" rtl="0">
              <a:lnSpc>
                <a:spcPct val="146666"/>
              </a:lnSpc>
              <a:spcBef>
                <a:spcPts val="0"/>
              </a:spcBef>
              <a:spcAft>
                <a:spcPts val="0"/>
              </a:spcAft>
              <a:buClr>
                <a:srgbClr val="405449"/>
              </a:buClr>
              <a:buSzPts val="991"/>
              <a:buFont typeface="Nobile"/>
              <a:buNone/>
            </a:pPr>
            <a:r>
              <a:rPr lang="en-US" sz="1200">
                <a:solidFill>
                  <a:srgbClr val="405449"/>
                </a:solidFill>
                <a:latin typeface="Nobile"/>
                <a:ea typeface="Nobile"/>
                <a:cs typeface="Nobile"/>
                <a:sym typeface="Nobile"/>
              </a:rPr>
              <a:t>After reviewing the professor's feedback on our sprint evaluation, we identified the need to improve planning, prioritization, and timely task completion.</a:t>
            </a:r>
            <a:endParaRPr sz="1200">
              <a:solidFill>
                <a:schemeClr val="dk1"/>
              </a:solidFill>
              <a:latin typeface="Nobile"/>
              <a:ea typeface="Nobile"/>
              <a:cs typeface="Nobile"/>
              <a:sym typeface="Nobile"/>
            </a:endParaRPr>
          </a:p>
        </p:txBody>
      </p:sp>
      <p:pic>
        <p:nvPicPr>
          <p:cNvPr id="189" name="Google Shape;189;g3db0110bd91_0_120" descr="image.png"/>
          <p:cNvPicPr preferRelativeResize="0"/>
          <p:nvPr/>
        </p:nvPicPr>
        <p:blipFill rotWithShape="1">
          <a:blip r:embed="rId3">
            <a:alphaModFix/>
          </a:blip>
          <a:srcRect/>
          <a:stretch/>
        </p:blipFill>
        <p:spPr>
          <a:xfrm>
            <a:off x="254250" y="1143900"/>
            <a:ext cx="4178175" cy="1744325"/>
          </a:xfrm>
          <a:prstGeom prst="rect">
            <a:avLst/>
          </a:prstGeom>
          <a:noFill/>
          <a:ln w="9525" cap="flat" cmpd="sng">
            <a:solidFill>
              <a:srgbClr val="CED9CE"/>
            </a:solidFill>
            <a:prstDash val="solid"/>
            <a:round/>
            <a:headEnd type="none" w="sm" len="sm"/>
            <a:tailEnd type="none" w="sm" len="sm"/>
          </a:ln>
        </p:spPr>
      </p:pic>
      <p:pic>
        <p:nvPicPr>
          <p:cNvPr id="190" name="Google Shape;190;g3db0110bd91_0_120" descr="image.png"/>
          <p:cNvPicPr preferRelativeResize="0"/>
          <p:nvPr/>
        </p:nvPicPr>
        <p:blipFill rotWithShape="1">
          <a:blip r:embed="rId3">
            <a:alphaModFix/>
          </a:blip>
          <a:srcRect/>
          <a:stretch/>
        </p:blipFill>
        <p:spPr>
          <a:xfrm>
            <a:off x="4688775" y="1143900"/>
            <a:ext cx="4178175" cy="1774050"/>
          </a:xfrm>
          <a:prstGeom prst="rect">
            <a:avLst/>
          </a:prstGeom>
          <a:noFill/>
          <a:ln w="9525" cap="flat" cmpd="sng">
            <a:solidFill>
              <a:srgbClr val="CED9CE"/>
            </a:solidFill>
            <a:prstDash val="solid"/>
            <a:round/>
            <a:headEnd type="none" w="sm" len="sm"/>
            <a:tailEnd type="none" w="sm" len="sm"/>
          </a:ln>
        </p:spPr>
      </p:pic>
      <p:pic>
        <p:nvPicPr>
          <p:cNvPr id="191" name="Google Shape;191;g3db0110bd91_0_120" descr="image.png"/>
          <p:cNvPicPr preferRelativeResize="0"/>
          <p:nvPr/>
        </p:nvPicPr>
        <p:blipFill rotWithShape="1">
          <a:blip r:embed="rId3">
            <a:alphaModFix/>
          </a:blip>
          <a:srcRect/>
          <a:stretch/>
        </p:blipFill>
        <p:spPr>
          <a:xfrm>
            <a:off x="254250" y="3008425"/>
            <a:ext cx="4178175" cy="1378750"/>
          </a:xfrm>
          <a:prstGeom prst="rect">
            <a:avLst/>
          </a:prstGeom>
          <a:noFill/>
          <a:ln w="9525" cap="flat" cmpd="sng">
            <a:solidFill>
              <a:srgbClr val="CED9CE"/>
            </a:solidFill>
            <a:prstDash val="solid"/>
            <a:round/>
            <a:headEnd type="none" w="sm" len="sm"/>
            <a:tailEnd type="none" w="sm" len="sm"/>
          </a:ln>
        </p:spPr>
      </p:pic>
      <p:pic>
        <p:nvPicPr>
          <p:cNvPr id="192" name="Google Shape;192;g3db0110bd91_0_120" descr="image.png"/>
          <p:cNvPicPr preferRelativeResize="0"/>
          <p:nvPr/>
        </p:nvPicPr>
        <p:blipFill rotWithShape="1">
          <a:blip r:embed="rId3">
            <a:alphaModFix/>
          </a:blip>
          <a:srcRect/>
          <a:stretch/>
        </p:blipFill>
        <p:spPr>
          <a:xfrm>
            <a:off x="4688775" y="3008425"/>
            <a:ext cx="4178175" cy="1378750"/>
          </a:xfrm>
          <a:prstGeom prst="rect">
            <a:avLst/>
          </a:prstGeom>
          <a:noFill/>
          <a:ln w="9525" cap="flat" cmpd="sng">
            <a:solidFill>
              <a:srgbClr val="CED9CE"/>
            </a:solidFill>
            <a:prstDash val="solid"/>
            <a:round/>
            <a:headEnd type="none" w="sm" len="sm"/>
            <a:tailEnd type="none" w="sm" len="sm"/>
          </a:ln>
        </p:spPr>
      </p:pic>
      <p:sp>
        <p:nvSpPr>
          <p:cNvPr id="193" name="Google Shape;193;g3db0110bd91_0_120"/>
          <p:cNvSpPr txBox="1"/>
          <p:nvPr/>
        </p:nvSpPr>
        <p:spPr>
          <a:xfrm>
            <a:off x="497775" y="1748275"/>
            <a:ext cx="3742500" cy="951600"/>
          </a:xfrm>
          <a:prstGeom prst="rect">
            <a:avLst/>
          </a:prstGeom>
          <a:noFill/>
          <a:ln>
            <a:noFill/>
          </a:ln>
        </p:spPr>
        <p:txBody>
          <a:bodyPr spcFirstLastPara="1" wrap="square" lIns="0" tIns="0" rIns="0" bIns="0" anchor="t" anchorCtr="0">
            <a:spAutoFit/>
          </a:bodyPr>
          <a:lstStyle/>
          <a:p>
            <a:pPr marL="0" lvl="0" indent="0" algn="l" rtl="0">
              <a:lnSpc>
                <a:spcPct val="140000"/>
              </a:lnSpc>
              <a:spcBef>
                <a:spcPts val="0"/>
              </a:spcBef>
              <a:spcAft>
                <a:spcPts val="0"/>
              </a:spcAft>
              <a:buSzPts val="1100"/>
              <a:buNone/>
            </a:pPr>
            <a:r>
              <a:rPr lang="en-US" sz="1189">
                <a:solidFill>
                  <a:srgbClr val="444444"/>
                </a:solidFill>
                <a:latin typeface="Nobile"/>
                <a:ea typeface="Nobile"/>
                <a:cs typeface="Nobile"/>
                <a:sym typeface="Nobile"/>
              </a:rPr>
              <a:t>Refined user stories and personas to better reflect target user needs, enabling clearer task prioritization and more effective assignment of responsibilities early in the sprint cycle.</a:t>
            </a:r>
            <a:endParaRPr sz="1189">
              <a:solidFill>
                <a:srgbClr val="444444"/>
              </a:solidFill>
              <a:latin typeface="Nobile"/>
              <a:ea typeface="Nobile"/>
              <a:cs typeface="Nobile"/>
              <a:sym typeface="Nobile"/>
            </a:endParaRPr>
          </a:p>
        </p:txBody>
      </p:sp>
      <p:sp>
        <p:nvSpPr>
          <p:cNvPr id="194" name="Google Shape;194;g3db0110bd91_0_120"/>
          <p:cNvSpPr txBox="1"/>
          <p:nvPr/>
        </p:nvSpPr>
        <p:spPr>
          <a:xfrm>
            <a:off x="4932282" y="1710151"/>
            <a:ext cx="3742500" cy="1207800"/>
          </a:xfrm>
          <a:prstGeom prst="rect">
            <a:avLst/>
          </a:prstGeom>
          <a:noFill/>
          <a:ln>
            <a:noFill/>
          </a:ln>
        </p:spPr>
        <p:txBody>
          <a:bodyPr spcFirstLastPara="1" wrap="square" lIns="0" tIns="0" rIns="0" bIns="0" anchor="t" anchorCtr="0">
            <a:spAutoFit/>
          </a:bodyPr>
          <a:lstStyle/>
          <a:p>
            <a:pPr marL="0" lvl="0" indent="0" algn="l" rtl="0">
              <a:lnSpc>
                <a:spcPct val="140000"/>
              </a:lnSpc>
              <a:spcBef>
                <a:spcPts val="0"/>
              </a:spcBef>
              <a:spcAft>
                <a:spcPts val="0"/>
              </a:spcAft>
              <a:buSzPts val="1100"/>
              <a:buNone/>
            </a:pPr>
            <a:r>
              <a:rPr lang="en-US" sz="1189">
                <a:solidFill>
                  <a:srgbClr val="444444"/>
                </a:solidFill>
                <a:latin typeface="Nobile"/>
                <a:ea typeface="Nobile"/>
                <a:cs typeface="Nobile"/>
                <a:sym typeface="Nobile"/>
              </a:rPr>
              <a:t>Optimized sprint timelines and task distribution for consistency across deliverables, and strengthened retrospectives by capturing key insights, challenges, and improvements to support continuous agile progress.</a:t>
            </a:r>
            <a:endParaRPr sz="1189">
              <a:solidFill>
                <a:srgbClr val="444444"/>
              </a:solidFill>
              <a:latin typeface="Nobile"/>
              <a:ea typeface="Nobile"/>
              <a:cs typeface="Nobile"/>
              <a:sym typeface="Nobile"/>
            </a:endParaRPr>
          </a:p>
        </p:txBody>
      </p:sp>
      <p:sp>
        <p:nvSpPr>
          <p:cNvPr id="195" name="Google Shape;195;g3db0110bd91_0_120"/>
          <p:cNvSpPr txBox="1"/>
          <p:nvPr/>
        </p:nvSpPr>
        <p:spPr>
          <a:xfrm>
            <a:off x="497764" y="3484189"/>
            <a:ext cx="3742500" cy="69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189">
                <a:solidFill>
                  <a:srgbClr val="444444"/>
                </a:solidFill>
                <a:latin typeface="Nobile"/>
                <a:ea typeface="Nobile"/>
                <a:cs typeface="Nobile"/>
                <a:sym typeface="Nobile"/>
              </a:rPr>
              <a:t>Introduced clear internal deadlines and improved milestone tracking to ensure timely progress and prevent delays during Sprint 3 execution.</a:t>
            </a:r>
            <a:endParaRPr sz="1479">
              <a:latin typeface="Nobile"/>
              <a:ea typeface="Nobile"/>
              <a:cs typeface="Nobile"/>
              <a:sym typeface="Nobile"/>
            </a:endParaRPr>
          </a:p>
        </p:txBody>
      </p:sp>
      <p:sp>
        <p:nvSpPr>
          <p:cNvPr id="196" name="Google Shape;196;g3db0110bd91_0_120"/>
          <p:cNvSpPr txBox="1"/>
          <p:nvPr/>
        </p:nvSpPr>
        <p:spPr>
          <a:xfrm>
            <a:off x="4932282" y="3464539"/>
            <a:ext cx="3742500" cy="69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189">
                <a:solidFill>
                  <a:srgbClr val="444444"/>
                </a:solidFill>
                <a:latin typeface="Nobile"/>
                <a:ea typeface="Nobile"/>
                <a:cs typeface="Nobile"/>
                <a:sym typeface="Nobile"/>
              </a:rPr>
              <a:t>Strengthened communication through regular meetings and status updates, resolving blockers quickly</a:t>
            </a:r>
            <a:endParaRPr sz="1479">
              <a:latin typeface="Nobile"/>
              <a:ea typeface="Nobile"/>
              <a:cs typeface="Nobile"/>
              <a:sym typeface="Nobile"/>
            </a:endParaRPr>
          </a:p>
        </p:txBody>
      </p:sp>
      <p:pic>
        <p:nvPicPr>
          <p:cNvPr id="197" name="Google Shape;197;g3db0110bd91_0_120" descr="image.png"/>
          <p:cNvPicPr preferRelativeResize="0"/>
          <p:nvPr/>
        </p:nvPicPr>
        <p:blipFill rotWithShape="1">
          <a:blip r:embed="rId4">
            <a:alphaModFix/>
          </a:blip>
          <a:srcRect/>
          <a:stretch/>
        </p:blipFill>
        <p:spPr>
          <a:xfrm>
            <a:off x="497764" y="1272312"/>
            <a:ext cx="256331" cy="257176"/>
          </a:xfrm>
          <a:prstGeom prst="rect">
            <a:avLst/>
          </a:prstGeom>
          <a:noFill/>
          <a:ln>
            <a:noFill/>
          </a:ln>
        </p:spPr>
      </p:pic>
      <p:sp>
        <p:nvSpPr>
          <p:cNvPr id="198" name="Google Shape;198;g3db0110bd91_0_120"/>
          <p:cNvSpPr txBox="1"/>
          <p:nvPr/>
        </p:nvSpPr>
        <p:spPr>
          <a:xfrm>
            <a:off x="889830" y="1284957"/>
            <a:ext cx="2907000" cy="231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6" b="1" i="0" u="none" strike="noStrike" cap="none">
                <a:solidFill>
                  <a:srgbClr val="3B5543"/>
                </a:solidFill>
                <a:latin typeface="Fraunces"/>
                <a:ea typeface="Fraunces"/>
                <a:cs typeface="Fraunces"/>
                <a:sym typeface="Fraunces"/>
              </a:rPr>
              <a:t>Better Sprint Planning</a:t>
            </a:r>
            <a:endParaRPr sz="1479">
              <a:latin typeface="Fraunces"/>
              <a:ea typeface="Fraunces"/>
              <a:cs typeface="Fraunces"/>
              <a:sym typeface="Fraunces"/>
            </a:endParaRPr>
          </a:p>
        </p:txBody>
      </p:sp>
      <p:pic>
        <p:nvPicPr>
          <p:cNvPr id="199" name="Google Shape;199;g3db0110bd91_0_120" descr="image.png"/>
          <p:cNvPicPr preferRelativeResize="0"/>
          <p:nvPr/>
        </p:nvPicPr>
        <p:blipFill rotWithShape="1">
          <a:blip r:embed="rId5">
            <a:alphaModFix/>
          </a:blip>
          <a:srcRect/>
          <a:stretch/>
        </p:blipFill>
        <p:spPr>
          <a:xfrm>
            <a:off x="4932282" y="1253250"/>
            <a:ext cx="256331" cy="257176"/>
          </a:xfrm>
          <a:prstGeom prst="rect">
            <a:avLst/>
          </a:prstGeom>
          <a:noFill/>
          <a:ln>
            <a:noFill/>
          </a:ln>
        </p:spPr>
      </p:pic>
      <p:sp>
        <p:nvSpPr>
          <p:cNvPr id="200" name="Google Shape;200;g3db0110bd91_0_120"/>
          <p:cNvSpPr txBox="1"/>
          <p:nvPr/>
        </p:nvSpPr>
        <p:spPr>
          <a:xfrm>
            <a:off x="5342397" y="1220963"/>
            <a:ext cx="3404700" cy="463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6" b="1">
                <a:solidFill>
                  <a:srgbClr val="3B5543"/>
                </a:solidFill>
                <a:latin typeface="Fraunces"/>
                <a:ea typeface="Fraunces"/>
                <a:cs typeface="Fraunces"/>
                <a:sym typeface="Fraunces"/>
              </a:rPr>
              <a:t>Improved Scheduling &amp; Retrospectives</a:t>
            </a:r>
            <a:endParaRPr sz="1479">
              <a:latin typeface="Fraunces"/>
              <a:ea typeface="Fraunces"/>
              <a:cs typeface="Fraunces"/>
              <a:sym typeface="Fraunces"/>
            </a:endParaRPr>
          </a:p>
        </p:txBody>
      </p:sp>
      <p:pic>
        <p:nvPicPr>
          <p:cNvPr id="201" name="Google Shape;201;g3db0110bd91_0_120" descr="image.png"/>
          <p:cNvPicPr preferRelativeResize="0"/>
          <p:nvPr/>
        </p:nvPicPr>
        <p:blipFill rotWithShape="1">
          <a:blip r:embed="rId6">
            <a:alphaModFix/>
          </a:blip>
          <a:srcRect/>
          <a:stretch/>
        </p:blipFill>
        <p:spPr>
          <a:xfrm>
            <a:off x="497764" y="3121925"/>
            <a:ext cx="256331" cy="257176"/>
          </a:xfrm>
          <a:prstGeom prst="rect">
            <a:avLst/>
          </a:prstGeom>
          <a:noFill/>
          <a:ln>
            <a:noFill/>
          </a:ln>
        </p:spPr>
      </p:pic>
      <p:sp>
        <p:nvSpPr>
          <p:cNvPr id="202" name="Google Shape;202;g3db0110bd91_0_120"/>
          <p:cNvSpPr txBox="1"/>
          <p:nvPr/>
        </p:nvSpPr>
        <p:spPr>
          <a:xfrm>
            <a:off x="889818" y="3134570"/>
            <a:ext cx="2382000" cy="231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6" b="1" i="0" u="none" strike="noStrike" cap="none">
                <a:solidFill>
                  <a:srgbClr val="3B5543"/>
                </a:solidFill>
                <a:latin typeface="Fraunces"/>
                <a:ea typeface="Fraunces"/>
                <a:cs typeface="Fraunces"/>
                <a:sym typeface="Fraunces"/>
              </a:rPr>
              <a:t>Progress Tracking</a:t>
            </a:r>
            <a:endParaRPr sz="1479">
              <a:latin typeface="Fraunces"/>
              <a:ea typeface="Fraunces"/>
              <a:cs typeface="Fraunces"/>
              <a:sym typeface="Fraunces"/>
            </a:endParaRPr>
          </a:p>
        </p:txBody>
      </p:sp>
      <p:pic>
        <p:nvPicPr>
          <p:cNvPr id="203" name="Google Shape;203;g3db0110bd91_0_120" descr="image.png"/>
          <p:cNvPicPr preferRelativeResize="0"/>
          <p:nvPr/>
        </p:nvPicPr>
        <p:blipFill rotWithShape="1">
          <a:blip r:embed="rId7">
            <a:alphaModFix/>
          </a:blip>
          <a:srcRect/>
          <a:stretch/>
        </p:blipFill>
        <p:spPr>
          <a:xfrm>
            <a:off x="4900232" y="3121925"/>
            <a:ext cx="320413" cy="257176"/>
          </a:xfrm>
          <a:prstGeom prst="rect">
            <a:avLst/>
          </a:prstGeom>
          <a:noFill/>
          <a:ln>
            <a:noFill/>
          </a:ln>
        </p:spPr>
      </p:pic>
      <p:sp>
        <p:nvSpPr>
          <p:cNvPr id="204" name="Google Shape;204;g3db0110bd91_0_120"/>
          <p:cNvSpPr txBox="1"/>
          <p:nvPr/>
        </p:nvSpPr>
        <p:spPr>
          <a:xfrm>
            <a:off x="5342393" y="3134570"/>
            <a:ext cx="3404700" cy="231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6" b="1" i="0" u="none" strike="noStrike" cap="none">
                <a:solidFill>
                  <a:srgbClr val="3B5543"/>
                </a:solidFill>
                <a:latin typeface="Fraunces"/>
                <a:ea typeface="Fraunces"/>
                <a:cs typeface="Fraunces"/>
                <a:sym typeface="Fraunces"/>
              </a:rPr>
              <a:t>Enhanced Communication</a:t>
            </a:r>
            <a:endParaRPr sz="1479">
              <a:latin typeface="Fraunces"/>
              <a:ea typeface="Fraunces"/>
              <a:cs typeface="Fraunces"/>
              <a:sym typeface="Fraunces"/>
            </a:endParaRPr>
          </a:p>
        </p:txBody>
      </p:sp>
      <p:sp>
        <p:nvSpPr>
          <p:cNvPr id="205" name="Google Shape;205;g3db0110bd91_0_120"/>
          <p:cNvSpPr/>
          <p:nvPr/>
        </p:nvSpPr>
        <p:spPr>
          <a:xfrm>
            <a:off x="7988158" y="4822433"/>
            <a:ext cx="1091700" cy="263400"/>
          </a:xfrm>
          <a:prstGeom prst="rect">
            <a:avLst/>
          </a:prstGeom>
          <a:solidFill>
            <a:schemeClr val="lt1"/>
          </a:solidFill>
          <a:ln w="7950" cap="flat" cmpd="sng">
            <a:solidFill>
              <a:schemeClr val="lt1"/>
            </a:solidFill>
            <a:prstDash val="solid"/>
            <a:miter lim="800000"/>
            <a:headEnd type="none" w="sm" len="sm"/>
            <a:tailEnd type="none" w="sm" len="sm"/>
          </a:ln>
        </p:spPr>
        <p:txBody>
          <a:bodyPr spcFirstLastPara="1" wrap="square" lIns="57150" tIns="28575" rIns="57150" bIns="28575" anchor="ctr" anchorCtr="0">
            <a:noAutofit/>
          </a:bodyPr>
          <a:lstStyle/>
          <a:p>
            <a:pPr marL="0" marR="0" lvl="0" indent="0" algn="ctr" rtl="0">
              <a:spcBef>
                <a:spcPts val="0"/>
              </a:spcBef>
              <a:spcAft>
                <a:spcPts val="0"/>
              </a:spcAft>
              <a:buNone/>
            </a:pPr>
            <a:endParaRPr sz="1125">
              <a:solidFill>
                <a:schemeClr val="lt1"/>
              </a:solidFill>
              <a:latin typeface="Calibri"/>
              <a:ea typeface="Calibri"/>
              <a:cs typeface="Calibri"/>
              <a:sym typeface="Calibri"/>
            </a:endParaRPr>
          </a:p>
        </p:txBody>
      </p:sp>
      <p:sp>
        <p:nvSpPr>
          <p:cNvPr id="206" name="Google Shape;206;g3db0110bd91_0_120"/>
          <p:cNvSpPr txBox="1"/>
          <p:nvPr/>
        </p:nvSpPr>
        <p:spPr>
          <a:xfrm>
            <a:off x="254300" y="4387175"/>
            <a:ext cx="8612700" cy="602400"/>
          </a:xfrm>
          <a:prstGeom prst="rect">
            <a:avLst/>
          </a:prstGeom>
          <a:solidFill>
            <a:srgbClr val="E8F3E8"/>
          </a:solidFill>
          <a:ln>
            <a:noFill/>
          </a:ln>
        </p:spPr>
        <p:txBody>
          <a:bodyPr spcFirstLastPara="1" wrap="square" lIns="91425" tIns="91425" rIns="91425" bIns="91425" anchor="t" anchorCtr="0">
            <a:spAutoFit/>
          </a:bodyPr>
          <a:lstStyle/>
          <a:p>
            <a:pPr marL="0" lvl="0" indent="0" algn="l" rtl="0">
              <a:lnSpc>
                <a:spcPct val="146666"/>
              </a:lnSpc>
              <a:spcBef>
                <a:spcPts val="0"/>
              </a:spcBef>
              <a:spcAft>
                <a:spcPts val="0"/>
              </a:spcAft>
              <a:buNone/>
            </a:pPr>
            <a:r>
              <a:rPr lang="en-US" sz="1100">
                <a:solidFill>
                  <a:srgbClr val="405449"/>
                </a:solidFill>
                <a:latin typeface="Nobile"/>
                <a:ea typeface="Nobile"/>
                <a:cs typeface="Nobile"/>
                <a:sym typeface="Nobile"/>
              </a:rPr>
              <a:t>These improvements helped the team maintain better alignment, accountability, and more efficient sprint execution for the RippleWealth project.</a:t>
            </a:r>
            <a:endParaRPr sz="1100">
              <a:solidFill>
                <a:schemeClr val="dk1"/>
              </a:solidFill>
              <a:latin typeface="Nobile"/>
              <a:ea typeface="Nobile"/>
              <a:cs typeface="Nobile"/>
              <a:sym typeface="Nobil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pic>
        <p:nvPicPr>
          <p:cNvPr id="212" name="Google Shape;212;p5" descr="preencoded.png"/>
          <p:cNvPicPr preferRelativeResize="0"/>
          <p:nvPr/>
        </p:nvPicPr>
        <p:blipFill rotWithShape="1">
          <a:blip r:embed="rId3">
            <a:alphaModFix/>
          </a:blip>
          <a:srcRect/>
          <a:stretch/>
        </p:blipFill>
        <p:spPr>
          <a:xfrm>
            <a:off x="5715000" y="0"/>
            <a:ext cx="3429000" cy="5143500"/>
          </a:xfrm>
          <a:prstGeom prst="rect">
            <a:avLst/>
          </a:prstGeom>
          <a:noFill/>
          <a:ln>
            <a:noFill/>
          </a:ln>
        </p:spPr>
      </p:pic>
      <p:sp>
        <p:nvSpPr>
          <p:cNvPr id="213" name="Google Shape;213;p5"/>
          <p:cNvSpPr/>
          <p:nvPr/>
        </p:nvSpPr>
        <p:spPr>
          <a:xfrm>
            <a:off x="496119" y="469768"/>
            <a:ext cx="3544200" cy="443100"/>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3B4540"/>
              </a:buClr>
              <a:buSzPts val="2781"/>
              <a:buFont typeface="Fraunces ExtraBold"/>
              <a:buNone/>
            </a:pPr>
            <a:r>
              <a:rPr lang="en-US" sz="2781" b="1">
                <a:solidFill>
                  <a:srgbClr val="3B4540"/>
                </a:solidFill>
                <a:latin typeface="Fraunces ExtraBold"/>
                <a:ea typeface="Fraunces ExtraBold"/>
                <a:cs typeface="Fraunces ExtraBold"/>
                <a:sym typeface="Fraunces ExtraBold"/>
              </a:rPr>
              <a:t>Problem Statement</a:t>
            </a:r>
            <a:endParaRPr sz="2781">
              <a:solidFill>
                <a:schemeClr val="dk1"/>
              </a:solidFill>
              <a:latin typeface="Calibri"/>
              <a:ea typeface="Calibri"/>
              <a:cs typeface="Calibri"/>
              <a:sym typeface="Calibri"/>
            </a:endParaRPr>
          </a:p>
        </p:txBody>
      </p:sp>
      <p:sp>
        <p:nvSpPr>
          <p:cNvPr id="214" name="Google Shape;214;p5"/>
          <p:cNvSpPr/>
          <p:nvPr/>
        </p:nvSpPr>
        <p:spPr>
          <a:xfrm>
            <a:off x="496119" y="1175966"/>
            <a:ext cx="318900" cy="318900"/>
          </a:xfrm>
          <a:prstGeom prst="roundRect">
            <a:avLst>
              <a:gd name="adj" fmla="val 40005"/>
            </a:avLst>
          </a:prstGeom>
          <a:solidFill>
            <a:srgbClr val="E8F3E8"/>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215" name="Google Shape;215;p5"/>
          <p:cNvSpPr/>
          <p:nvPr/>
        </p:nvSpPr>
        <p:spPr>
          <a:xfrm>
            <a:off x="956816" y="1224633"/>
            <a:ext cx="2098200" cy="2214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405449"/>
              </a:buClr>
              <a:buSzPts val="1375"/>
              <a:buFont typeface="Fraunces ExtraBold"/>
              <a:buNone/>
            </a:pPr>
            <a:r>
              <a:rPr lang="en-US" sz="1375" b="1">
                <a:solidFill>
                  <a:srgbClr val="405449"/>
                </a:solidFill>
                <a:latin typeface="Fraunces ExtraBold"/>
                <a:ea typeface="Fraunces ExtraBold"/>
                <a:cs typeface="Fraunces ExtraBold"/>
                <a:sym typeface="Fraunces ExtraBold"/>
              </a:rPr>
              <a:t>Reactive, Not Proactive</a:t>
            </a:r>
            <a:endParaRPr sz="1375">
              <a:solidFill>
                <a:schemeClr val="dk1"/>
              </a:solidFill>
              <a:latin typeface="Calibri"/>
              <a:ea typeface="Calibri"/>
              <a:cs typeface="Calibri"/>
              <a:sym typeface="Calibri"/>
            </a:endParaRPr>
          </a:p>
        </p:txBody>
      </p:sp>
      <p:sp>
        <p:nvSpPr>
          <p:cNvPr id="216" name="Google Shape;216;p5"/>
          <p:cNvSpPr/>
          <p:nvPr/>
        </p:nvSpPr>
        <p:spPr>
          <a:xfrm>
            <a:off x="956816" y="1531144"/>
            <a:ext cx="4262100" cy="4536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405449"/>
              </a:buClr>
              <a:buSzPts val="1094"/>
              <a:buFont typeface="Nobile"/>
              <a:buNone/>
            </a:pPr>
            <a:r>
              <a:rPr lang="en-US" sz="1094">
                <a:solidFill>
                  <a:srgbClr val="405449"/>
                </a:solidFill>
                <a:latin typeface="Nobile"/>
                <a:ea typeface="Nobile"/>
                <a:cs typeface="Nobile"/>
                <a:sym typeface="Nobile"/>
              </a:rPr>
              <a:t>Modern investment platforms alert investors only after stock prices change, missing early warning signals</a:t>
            </a:r>
            <a:endParaRPr sz="1094">
              <a:solidFill>
                <a:schemeClr val="dk1"/>
              </a:solidFill>
              <a:latin typeface="Calibri"/>
              <a:ea typeface="Calibri"/>
              <a:cs typeface="Calibri"/>
              <a:sym typeface="Calibri"/>
            </a:endParaRPr>
          </a:p>
        </p:txBody>
      </p:sp>
      <p:sp>
        <p:nvSpPr>
          <p:cNvPr id="217" name="Google Shape;217;p5"/>
          <p:cNvSpPr/>
          <p:nvPr/>
        </p:nvSpPr>
        <p:spPr>
          <a:xfrm>
            <a:off x="496119" y="2268289"/>
            <a:ext cx="318900" cy="318900"/>
          </a:xfrm>
          <a:prstGeom prst="roundRect">
            <a:avLst>
              <a:gd name="adj" fmla="val 40005"/>
            </a:avLst>
          </a:prstGeom>
          <a:solidFill>
            <a:srgbClr val="E8F3E8"/>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218" name="Google Shape;218;p5"/>
          <p:cNvSpPr/>
          <p:nvPr/>
        </p:nvSpPr>
        <p:spPr>
          <a:xfrm>
            <a:off x="956816" y="2316956"/>
            <a:ext cx="1976700" cy="2214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405449"/>
              </a:buClr>
              <a:buSzPts val="1375"/>
              <a:buFont typeface="Fraunces ExtraBold"/>
              <a:buNone/>
            </a:pPr>
            <a:r>
              <a:rPr lang="en-US" sz="1375" b="1">
                <a:solidFill>
                  <a:srgbClr val="405449"/>
                </a:solidFill>
                <a:latin typeface="Fraunces ExtraBold"/>
                <a:ea typeface="Fraunces ExtraBold"/>
                <a:cs typeface="Fraunces ExtraBold"/>
                <a:sym typeface="Fraunces ExtraBold"/>
              </a:rPr>
              <a:t>Ignored Risk Triggers</a:t>
            </a:r>
            <a:endParaRPr sz="1375">
              <a:solidFill>
                <a:schemeClr val="dk1"/>
              </a:solidFill>
              <a:latin typeface="Calibri"/>
              <a:ea typeface="Calibri"/>
              <a:cs typeface="Calibri"/>
              <a:sym typeface="Calibri"/>
            </a:endParaRPr>
          </a:p>
        </p:txBody>
      </p:sp>
      <p:sp>
        <p:nvSpPr>
          <p:cNvPr id="219" name="Google Shape;219;p5"/>
          <p:cNvSpPr/>
          <p:nvPr/>
        </p:nvSpPr>
        <p:spPr>
          <a:xfrm>
            <a:off x="956816" y="2623467"/>
            <a:ext cx="4262100" cy="6804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405449"/>
              </a:buClr>
              <a:buSzPts val="1094"/>
              <a:buFont typeface="Nobile"/>
              <a:buNone/>
            </a:pPr>
            <a:r>
              <a:rPr lang="en-US" sz="1094">
                <a:solidFill>
                  <a:srgbClr val="405449"/>
                </a:solidFill>
                <a:latin typeface="Nobile"/>
                <a:ea typeface="Nobile"/>
                <a:cs typeface="Nobile"/>
                <a:sym typeface="Nobile"/>
              </a:rPr>
              <a:t>Current tools focus mainly on financial indicators and ignore non-financial risk triggers like supply chain disruptions, weather events, labor strikes, or logistics delays</a:t>
            </a:r>
            <a:endParaRPr sz="1094">
              <a:solidFill>
                <a:schemeClr val="dk1"/>
              </a:solidFill>
              <a:latin typeface="Calibri"/>
              <a:ea typeface="Calibri"/>
              <a:cs typeface="Calibri"/>
              <a:sym typeface="Calibri"/>
            </a:endParaRPr>
          </a:p>
        </p:txBody>
      </p:sp>
      <p:sp>
        <p:nvSpPr>
          <p:cNvPr id="220" name="Google Shape;220;p5"/>
          <p:cNvSpPr/>
          <p:nvPr/>
        </p:nvSpPr>
        <p:spPr>
          <a:xfrm>
            <a:off x="496119" y="3587428"/>
            <a:ext cx="318900" cy="318900"/>
          </a:xfrm>
          <a:prstGeom prst="roundRect">
            <a:avLst>
              <a:gd name="adj" fmla="val 40005"/>
            </a:avLst>
          </a:prstGeom>
          <a:solidFill>
            <a:srgbClr val="E8F3E8"/>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221" name="Google Shape;221;p5"/>
          <p:cNvSpPr/>
          <p:nvPr/>
        </p:nvSpPr>
        <p:spPr>
          <a:xfrm>
            <a:off x="956816" y="3636094"/>
            <a:ext cx="2395800" cy="2214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405449"/>
              </a:buClr>
              <a:buSzPts val="1375"/>
              <a:buFont typeface="Fraunces ExtraBold"/>
              <a:buNone/>
            </a:pPr>
            <a:r>
              <a:rPr lang="en-US" sz="1375" b="1">
                <a:solidFill>
                  <a:srgbClr val="405449"/>
                </a:solidFill>
                <a:latin typeface="Fraunces ExtraBold"/>
                <a:ea typeface="Fraunces ExtraBold"/>
                <a:cs typeface="Fraunces ExtraBold"/>
                <a:sym typeface="Fraunces ExtraBold"/>
              </a:rPr>
              <a:t>Lack of Clear Explanations</a:t>
            </a:r>
            <a:endParaRPr sz="1375">
              <a:solidFill>
                <a:schemeClr val="dk1"/>
              </a:solidFill>
              <a:latin typeface="Calibri"/>
              <a:ea typeface="Calibri"/>
              <a:cs typeface="Calibri"/>
              <a:sym typeface="Calibri"/>
            </a:endParaRPr>
          </a:p>
        </p:txBody>
      </p:sp>
      <p:sp>
        <p:nvSpPr>
          <p:cNvPr id="222" name="Google Shape;222;p5"/>
          <p:cNvSpPr/>
          <p:nvPr/>
        </p:nvSpPr>
        <p:spPr>
          <a:xfrm>
            <a:off x="956816" y="3942606"/>
            <a:ext cx="4262100" cy="6804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405449"/>
              </a:buClr>
              <a:buSzPts val="1094"/>
              <a:buFont typeface="Nobile"/>
              <a:buNone/>
            </a:pPr>
            <a:r>
              <a:rPr lang="en-US" sz="1094">
                <a:solidFill>
                  <a:srgbClr val="405449"/>
                </a:solidFill>
                <a:latin typeface="Nobile"/>
                <a:ea typeface="Nobile"/>
                <a:cs typeface="Nobile"/>
                <a:sym typeface="Nobile"/>
              </a:rPr>
              <a:t>Investors lack clear explanations of why their portfolio risk is increasing and cannot anticipate risk or make proactive portfolio decisions</a:t>
            </a:r>
            <a:endParaRPr sz="1094">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g39a892ca7df_0_0"/>
          <p:cNvSpPr/>
          <p:nvPr/>
        </p:nvSpPr>
        <p:spPr>
          <a:xfrm>
            <a:off x="468660" y="439700"/>
            <a:ext cx="3557400" cy="4185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B4540"/>
              </a:buClr>
              <a:buSzPts val="2625"/>
              <a:buFont typeface="Fraunces ExtraBold"/>
              <a:buNone/>
            </a:pPr>
            <a:r>
              <a:rPr lang="en-US" sz="2625" b="1">
                <a:solidFill>
                  <a:srgbClr val="3B4540"/>
                </a:solidFill>
                <a:latin typeface="Fraunces ExtraBold"/>
                <a:ea typeface="Fraunces ExtraBold"/>
                <a:cs typeface="Fraunces ExtraBold"/>
                <a:sym typeface="Fraunces ExtraBold"/>
              </a:rPr>
              <a:t>Project Description</a:t>
            </a:r>
            <a:endParaRPr sz="2625">
              <a:solidFill>
                <a:schemeClr val="dk1"/>
              </a:solidFill>
              <a:latin typeface="Calibri"/>
              <a:ea typeface="Calibri"/>
              <a:cs typeface="Calibri"/>
              <a:sym typeface="Calibri"/>
            </a:endParaRPr>
          </a:p>
        </p:txBody>
      </p:sp>
      <p:sp>
        <p:nvSpPr>
          <p:cNvPr id="229" name="Google Shape;229;g39a892ca7df_0_0"/>
          <p:cNvSpPr/>
          <p:nvPr/>
        </p:nvSpPr>
        <p:spPr>
          <a:xfrm>
            <a:off x="468650" y="1118750"/>
            <a:ext cx="5220000" cy="3709200"/>
          </a:xfrm>
          <a:prstGeom prst="rect">
            <a:avLst/>
          </a:prstGeom>
          <a:noFill/>
          <a:ln>
            <a:noFill/>
          </a:ln>
        </p:spPr>
        <p:txBody>
          <a:bodyPr spcFirstLastPara="1" wrap="square" lIns="0" tIns="0" rIns="0" bIns="0" anchor="t" anchorCtr="0">
            <a:noAutofit/>
          </a:bodyPr>
          <a:lstStyle/>
          <a:p>
            <a:pPr marL="0" marR="0" lvl="0" indent="0" algn="l" rtl="0">
              <a:lnSpc>
                <a:spcPct val="157575"/>
              </a:lnSpc>
              <a:spcBef>
                <a:spcPts val="0"/>
              </a:spcBef>
              <a:spcAft>
                <a:spcPts val="0"/>
              </a:spcAft>
              <a:buClr>
                <a:srgbClr val="405449"/>
              </a:buClr>
              <a:buSzPts val="1031"/>
              <a:buFont typeface="Nobile"/>
              <a:buNone/>
            </a:pPr>
            <a:r>
              <a:rPr lang="en-US" sz="1200">
                <a:solidFill>
                  <a:srgbClr val="405449"/>
                </a:solidFill>
                <a:latin typeface="Nobile"/>
                <a:ea typeface="Nobile"/>
                <a:cs typeface="Nobile"/>
                <a:sym typeface="Nobile"/>
              </a:rPr>
              <a:t>RippleWealth is an AI-driven investment risk intelligence platform that anticipates market risks by detecting real-world disruptions—such as weather events, supply chain delays, and labor strikes—before they appear in stock prices. Unlike traditional investment tools that react only after price changes, RippleWealth provides early insights to help investors understand potential portfolio impacts.</a:t>
            </a:r>
            <a:endParaRPr sz="1200">
              <a:solidFill>
                <a:srgbClr val="405449"/>
              </a:solidFill>
              <a:latin typeface="Nobile"/>
              <a:ea typeface="Nobile"/>
              <a:cs typeface="Nobile"/>
              <a:sym typeface="Nobile"/>
            </a:endParaRPr>
          </a:p>
          <a:p>
            <a:pPr marL="0" marR="0" lvl="0" indent="0" algn="l" rtl="0">
              <a:lnSpc>
                <a:spcPct val="157575"/>
              </a:lnSpc>
              <a:spcBef>
                <a:spcPts val="0"/>
              </a:spcBef>
              <a:spcAft>
                <a:spcPts val="0"/>
              </a:spcAft>
              <a:buClr>
                <a:srgbClr val="405449"/>
              </a:buClr>
              <a:buSzPts val="1031"/>
              <a:buFont typeface="Nobile"/>
              <a:buNone/>
            </a:pPr>
            <a:endParaRPr sz="1200">
              <a:solidFill>
                <a:srgbClr val="405449"/>
              </a:solidFill>
              <a:latin typeface="Nobile"/>
              <a:ea typeface="Nobile"/>
              <a:cs typeface="Nobile"/>
              <a:sym typeface="Nobile"/>
            </a:endParaRPr>
          </a:p>
          <a:p>
            <a:pPr marL="0" lvl="0" indent="0" algn="l" rtl="0">
              <a:lnSpc>
                <a:spcPct val="157575"/>
              </a:lnSpc>
              <a:spcBef>
                <a:spcPts val="0"/>
              </a:spcBef>
              <a:spcAft>
                <a:spcPts val="0"/>
              </a:spcAft>
              <a:buClr>
                <a:srgbClr val="405449"/>
              </a:buClr>
              <a:buSzPts val="1031"/>
              <a:buFont typeface="Nobile"/>
              <a:buNone/>
            </a:pPr>
            <a:r>
              <a:rPr lang="en-US" sz="1200">
                <a:solidFill>
                  <a:srgbClr val="405449"/>
                </a:solidFill>
                <a:latin typeface="Nobile"/>
                <a:ea typeface="Nobile"/>
                <a:cs typeface="Nobile"/>
                <a:sym typeface="Nobile"/>
              </a:rPr>
              <a:t>Using a multi-agent AI architecture and LLM-based causal reasoning, the platform maps how these events propagate across industries and impact companies and portfolios. Through an interactive Knowledge Graph and explainable risk metrics like Value-at-Risk (VaR), RippleWealth enables proactive, transparent, and data-driven portfolio risk management.</a:t>
            </a:r>
            <a:endParaRPr sz="1200">
              <a:solidFill>
                <a:schemeClr val="dk1"/>
              </a:solidFill>
              <a:latin typeface="Calibri"/>
              <a:ea typeface="Calibri"/>
              <a:cs typeface="Calibri"/>
              <a:sym typeface="Calibri"/>
            </a:endParaRPr>
          </a:p>
          <a:p>
            <a:pPr marL="0" marR="0" lvl="0" indent="0" algn="l" rtl="0">
              <a:lnSpc>
                <a:spcPct val="157575"/>
              </a:lnSpc>
              <a:spcBef>
                <a:spcPts val="0"/>
              </a:spcBef>
              <a:spcAft>
                <a:spcPts val="0"/>
              </a:spcAft>
              <a:buClr>
                <a:srgbClr val="405449"/>
              </a:buClr>
              <a:buSzPts val="1031"/>
              <a:buFont typeface="Nobile"/>
              <a:buNone/>
            </a:pPr>
            <a:endParaRPr sz="1200">
              <a:solidFill>
                <a:srgbClr val="405449"/>
              </a:solidFill>
              <a:latin typeface="Nobile"/>
              <a:ea typeface="Nobile"/>
              <a:cs typeface="Nobile"/>
              <a:sym typeface="Nobile"/>
            </a:endParaRPr>
          </a:p>
        </p:txBody>
      </p:sp>
      <p:pic>
        <p:nvPicPr>
          <p:cNvPr id="230" name="Google Shape;230;g39a892ca7df_0_0" descr="preencoded.png"/>
          <p:cNvPicPr preferRelativeResize="0"/>
          <p:nvPr/>
        </p:nvPicPr>
        <p:blipFill rotWithShape="1">
          <a:blip r:embed="rId3">
            <a:alphaModFix/>
          </a:blip>
          <a:srcRect/>
          <a:stretch/>
        </p:blipFill>
        <p:spPr>
          <a:xfrm>
            <a:off x="6048675" y="1118750"/>
            <a:ext cx="2781900" cy="3709199"/>
          </a:xfrm>
          <a:prstGeom prst="rect">
            <a:avLst/>
          </a:prstGeom>
          <a:noFill/>
          <a:ln>
            <a:noFill/>
          </a:ln>
        </p:spPr>
      </p:pic>
      <p:sp>
        <p:nvSpPr>
          <p:cNvPr id="231" name="Google Shape;231;g39a892ca7df_0_0"/>
          <p:cNvSpPr/>
          <p:nvPr/>
        </p:nvSpPr>
        <p:spPr>
          <a:xfrm>
            <a:off x="8001000" y="4835275"/>
            <a:ext cx="1098000" cy="250500"/>
          </a:xfrm>
          <a:prstGeom prst="rect">
            <a:avLst/>
          </a:prstGeom>
          <a:solidFill>
            <a:schemeClr val="lt1"/>
          </a:solidFill>
          <a:ln w="7950" cap="flat" cmpd="sng">
            <a:solidFill>
              <a:schemeClr val="lt1"/>
            </a:solidFill>
            <a:prstDash val="solid"/>
            <a:miter lim="800000"/>
            <a:headEnd type="none" w="sm" len="sm"/>
            <a:tailEnd type="none" w="sm" len="sm"/>
          </a:ln>
        </p:spPr>
        <p:txBody>
          <a:bodyPr spcFirstLastPara="1" wrap="square" lIns="57150" tIns="28575" rIns="57150" bIns="28575" anchor="ctr" anchorCtr="0">
            <a:noAutofit/>
          </a:bodyPr>
          <a:lstStyle/>
          <a:p>
            <a:pPr marL="0" marR="0" lvl="0" indent="0" algn="ctr" rtl="0">
              <a:spcBef>
                <a:spcPts val="0"/>
              </a:spcBef>
              <a:spcAft>
                <a:spcPts val="0"/>
              </a:spcAft>
              <a:buNone/>
            </a:pPr>
            <a:endParaRPr sz="1125">
              <a:solidFill>
                <a:schemeClr val="lt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7"/>
          <p:cNvSpPr/>
          <p:nvPr/>
        </p:nvSpPr>
        <p:spPr>
          <a:xfrm>
            <a:off x="310394" y="387297"/>
            <a:ext cx="6147600" cy="376500"/>
          </a:xfrm>
          <a:prstGeom prst="rect">
            <a:avLst/>
          </a:prstGeom>
          <a:noFill/>
          <a:ln>
            <a:noFill/>
          </a:ln>
        </p:spPr>
        <p:txBody>
          <a:bodyPr spcFirstLastPara="1" wrap="square" lIns="0" tIns="0" rIns="0" bIns="0" anchor="t" anchorCtr="0">
            <a:noAutofit/>
          </a:bodyPr>
          <a:lstStyle/>
          <a:p>
            <a:pPr marL="0" marR="0" lvl="0" indent="0" algn="l" rtl="0">
              <a:lnSpc>
                <a:spcPct val="125333"/>
              </a:lnSpc>
              <a:spcBef>
                <a:spcPts val="0"/>
              </a:spcBef>
              <a:spcAft>
                <a:spcPts val="0"/>
              </a:spcAft>
              <a:buClr>
                <a:srgbClr val="3B4540"/>
              </a:buClr>
              <a:buSzPts val="2344"/>
              <a:buFont typeface="Fraunces ExtraBold"/>
              <a:buNone/>
            </a:pPr>
            <a:r>
              <a:rPr lang="en-US" sz="2438" b="1">
                <a:solidFill>
                  <a:srgbClr val="3B4540"/>
                </a:solidFill>
                <a:latin typeface="Fraunces ExtraBold"/>
                <a:ea typeface="Fraunces ExtraBold"/>
                <a:cs typeface="Fraunces ExtraBold"/>
                <a:sym typeface="Fraunces ExtraBold"/>
              </a:rPr>
              <a:t>Team Working Agreement</a:t>
            </a:r>
            <a:endParaRPr sz="2438">
              <a:solidFill>
                <a:schemeClr val="dk1"/>
              </a:solidFill>
              <a:latin typeface="Calibri"/>
              <a:ea typeface="Calibri"/>
              <a:cs typeface="Calibri"/>
              <a:sym typeface="Calibri"/>
            </a:endParaRPr>
          </a:p>
        </p:txBody>
      </p:sp>
      <p:sp>
        <p:nvSpPr>
          <p:cNvPr id="238" name="Google Shape;238;p7"/>
          <p:cNvSpPr/>
          <p:nvPr/>
        </p:nvSpPr>
        <p:spPr>
          <a:xfrm>
            <a:off x="310391" y="1007820"/>
            <a:ext cx="4142100" cy="1158600"/>
          </a:xfrm>
          <a:prstGeom prst="roundRect">
            <a:avLst>
              <a:gd name="adj" fmla="val 9635"/>
            </a:avLst>
          </a:prstGeom>
          <a:solidFill>
            <a:srgbClr val="FAFFFA"/>
          </a:solidFill>
          <a:ln w="14700" cap="flat" cmpd="sng">
            <a:solidFill>
              <a:srgbClr val="B6D7A8"/>
            </a:solidFill>
            <a:prstDash val="solid"/>
            <a:round/>
            <a:headEnd type="none" w="sm" len="sm"/>
            <a:tailEnd type="none" w="sm" len="sm"/>
          </a:ln>
        </p:spPr>
        <p:txBody>
          <a:bodyPr spcFirstLastPara="1" wrap="square" lIns="58825" tIns="58825" rIns="58825" bIns="58825" anchor="ctr" anchorCtr="0">
            <a:noAutofit/>
          </a:bodyPr>
          <a:lstStyle/>
          <a:p>
            <a:pPr marL="0" lvl="0" indent="0" algn="l" rtl="0">
              <a:spcBef>
                <a:spcPts val="0"/>
              </a:spcBef>
              <a:spcAft>
                <a:spcPts val="0"/>
              </a:spcAft>
              <a:buNone/>
            </a:pPr>
            <a:endParaRPr/>
          </a:p>
        </p:txBody>
      </p:sp>
      <p:sp>
        <p:nvSpPr>
          <p:cNvPr id="239" name="Google Shape;239;p7"/>
          <p:cNvSpPr/>
          <p:nvPr/>
        </p:nvSpPr>
        <p:spPr>
          <a:xfrm>
            <a:off x="449085" y="1146515"/>
            <a:ext cx="1550100" cy="193800"/>
          </a:xfrm>
          <a:prstGeom prst="rect">
            <a:avLst/>
          </a:prstGeom>
          <a:noFill/>
          <a:ln>
            <a:noFill/>
          </a:ln>
        </p:spPr>
        <p:txBody>
          <a:bodyPr spcFirstLastPara="1" wrap="square" lIns="0" tIns="0" rIns="0" bIns="0" anchor="t" anchorCtr="0">
            <a:noAutofit/>
          </a:bodyPr>
          <a:lstStyle/>
          <a:p>
            <a:pPr marL="0" marR="0" lvl="0" indent="0" algn="l" rtl="0">
              <a:lnSpc>
                <a:spcPct val="127027"/>
              </a:lnSpc>
              <a:spcBef>
                <a:spcPts val="0"/>
              </a:spcBef>
              <a:spcAft>
                <a:spcPts val="0"/>
              </a:spcAft>
              <a:buClr>
                <a:srgbClr val="405449"/>
              </a:buClr>
              <a:buSzPts val="1190"/>
              <a:buFont typeface="Fraunces ExtraBold"/>
              <a:buNone/>
            </a:pPr>
            <a:r>
              <a:rPr lang="en-US" sz="1252" b="1">
                <a:solidFill>
                  <a:srgbClr val="405449"/>
                </a:solidFill>
                <a:latin typeface="Fraunces ExtraBold"/>
                <a:ea typeface="Fraunces ExtraBold"/>
                <a:cs typeface="Fraunces ExtraBold"/>
                <a:sym typeface="Fraunces ExtraBold"/>
              </a:rPr>
              <a:t>Participation</a:t>
            </a:r>
            <a:endParaRPr sz="1252">
              <a:solidFill>
                <a:schemeClr val="dk1"/>
              </a:solidFill>
              <a:latin typeface="Calibri"/>
              <a:ea typeface="Calibri"/>
              <a:cs typeface="Calibri"/>
              <a:sym typeface="Calibri"/>
            </a:endParaRPr>
          </a:p>
        </p:txBody>
      </p:sp>
      <p:sp>
        <p:nvSpPr>
          <p:cNvPr id="240" name="Google Shape;240;p7"/>
          <p:cNvSpPr/>
          <p:nvPr/>
        </p:nvSpPr>
        <p:spPr>
          <a:xfrm>
            <a:off x="449085" y="1403457"/>
            <a:ext cx="3864600" cy="624300"/>
          </a:xfrm>
          <a:prstGeom prst="rect">
            <a:avLst/>
          </a:prstGeom>
          <a:noFill/>
          <a:ln>
            <a:noFill/>
          </a:ln>
        </p:spPr>
        <p:txBody>
          <a:bodyPr spcFirstLastPara="1" wrap="square" lIns="0" tIns="0" rIns="0" bIns="0" anchor="t" anchorCtr="0">
            <a:noAutofit/>
          </a:bodyPr>
          <a:lstStyle/>
          <a:p>
            <a:pPr marL="220563" marR="0" lvl="0" indent="-224531" algn="l" rtl="0">
              <a:lnSpc>
                <a:spcPct val="146666"/>
              </a:lnSpc>
              <a:spcBef>
                <a:spcPts val="0"/>
              </a:spcBef>
              <a:spcAft>
                <a:spcPts val="0"/>
              </a:spcAft>
              <a:buClr>
                <a:srgbClr val="405449"/>
              </a:buClr>
              <a:buSzPts val="1027"/>
              <a:buFont typeface="Nobile"/>
              <a:buChar char="•"/>
            </a:pPr>
            <a:r>
              <a:rPr lang="en-US" sz="1027">
                <a:solidFill>
                  <a:srgbClr val="405449"/>
                </a:solidFill>
                <a:latin typeface="Nobile"/>
                <a:ea typeface="Nobile"/>
                <a:cs typeface="Nobile"/>
                <a:sym typeface="Nobile"/>
              </a:rPr>
              <a:t>Attend scheduled meetings on time</a:t>
            </a:r>
            <a:endParaRPr sz="1027">
              <a:solidFill>
                <a:schemeClr val="dk1"/>
              </a:solidFill>
              <a:latin typeface="Calibri"/>
              <a:ea typeface="Calibri"/>
              <a:cs typeface="Calibri"/>
              <a:sym typeface="Calibri"/>
            </a:endParaRPr>
          </a:p>
          <a:p>
            <a:pPr marL="220563" marR="0" lvl="0" indent="-224531" algn="l" rtl="0">
              <a:lnSpc>
                <a:spcPct val="146666"/>
              </a:lnSpc>
              <a:spcBef>
                <a:spcPts val="0"/>
              </a:spcBef>
              <a:spcAft>
                <a:spcPts val="0"/>
              </a:spcAft>
              <a:buClr>
                <a:srgbClr val="405449"/>
              </a:buClr>
              <a:buSzPts val="1027"/>
              <a:buFont typeface="Nobile"/>
              <a:buChar char="•"/>
            </a:pPr>
            <a:r>
              <a:rPr lang="en-US" sz="1027">
                <a:solidFill>
                  <a:srgbClr val="405449"/>
                </a:solidFill>
                <a:latin typeface="Nobile"/>
                <a:ea typeface="Nobile"/>
                <a:cs typeface="Nobile"/>
                <a:sym typeface="Nobile"/>
              </a:rPr>
              <a:t>Come prepared with progress updates</a:t>
            </a:r>
            <a:endParaRPr sz="1027">
              <a:solidFill>
                <a:schemeClr val="dk1"/>
              </a:solidFill>
              <a:latin typeface="Calibri"/>
              <a:ea typeface="Calibri"/>
              <a:cs typeface="Calibri"/>
              <a:sym typeface="Calibri"/>
            </a:endParaRPr>
          </a:p>
          <a:p>
            <a:pPr marL="220563" marR="0" lvl="0" indent="-224531" algn="l" rtl="0">
              <a:lnSpc>
                <a:spcPct val="146666"/>
              </a:lnSpc>
              <a:spcBef>
                <a:spcPts val="0"/>
              </a:spcBef>
              <a:spcAft>
                <a:spcPts val="0"/>
              </a:spcAft>
              <a:buClr>
                <a:srgbClr val="405449"/>
              </a:buClr>
              <a:buSzPts val="1027"/>
              <a:buFont typeface="Nobile"/>
              <a:buChar char="•"/>
            </a:pPr>
            <a:r>
              <a:rPr lang="en-US" sz="1027">
                <a:solidFill>
                  <a:srgbClr val="405449"/>
                </a:solidFill>
                <a:latin typeface="Nobile"/>
                <a:ea typeface="Nobile"/>
                <a:cs typeface="Nobile"/>
                <a:sym typeface="Nobile"/>
              </a:rPr>
              <a:t>Inform the team leader in advance if absent</a:t>
            </a:r>
            <a:endParaRPr sz="1027">
              <a:solidFill>
                <a:schemeClr val="dk1"/>
              </a:solidFill>
              <a:latin typeface="Calibri"/>
              <a:ea typeface="Calibri"/>
              <a:cs typeface="Calibri"/>
              <a:sym typeface="Calibri"/>
            </a:endParaRPr>
          </a:p>
        </p:txBody>
      </p:sp>
      <p:sp>
        <p:nvSpPr>
          <p:cNvPr id="241" name="Google Shape;241;p7"/>
          <p:cNvSpPr/>
          <p:nvPr/>
        </p:nvSpPr>
        <p:spPr>
          <a:xfrm>
            <a:off x="4557847" y="1007820"/>
            <a:ext cx="4142100" cy="1158600"/>
          </a:xfrm>
          <a:prstGeom prst="roundRect">
            <a:avLst>
              <a:gd name="adj" fmla="val 9635"/>
            </a:avLst>
          </a:prstGeom>
          <a:solidFill>
            <a:srgbClr val="FAFFFA"/>
          </a:solidFill>
          <a:ln w="14700" cap="flat" cmpd="sng">
            <a:solidFill>
              <a:srgbClr val="B6D7A8"/>
            </a:solidFill>
            <a:prstDash val="solid"/>
            <a:round/>
            <a:headEnd type="none" w="sm" len="sm"/>
            <a:tailEnd type="none" w="sm" len="sm"/>
          </a:ln>
        </p:spPr>
        <p:txBody>
          <a:bodyPr spcFirstLastPara="1" wrap="square" lIns="58825" tIns="58825" rIns="58825" bIns="58825" anchor="ctr" anchorCtr="0">
            <a:noAutofit/>
          </a:bodyPr>
          <a:lstStyle/>
          <a:p>
            <a:pPr marL="0" lvl="0" indent="0" algn="l" rtl="0">
              <a:spcBef>
                <a:spcPts val="0"/>
              </a:spcBef>
              <a:spcAft>
                <a:spcPts val="0"/>
              </a:spcAft>
              <a:buNone/>
            </a:pPr>
            <a:endParaRPr/>
          </a:p>
        </p:txBody>
      </p:sp>
      <p:sp>
        <p:nvSpPr>
          <p:cNvPr id="242" name="Google Shape;242;p7"/>
          <p:cNvSpPr/>
          <p:nvPr/>
        </p:nvSpPr>
        <p:spPr>
          <a:xfrm>
            <a:off x="4696541" y="1146515"/>
            <a:ext cx="1550100" cy="193800"/>
          </a:xfrm>
          <a:prstGeom prst="rect">
            <a:avLst/>
          </a:prstGeom>
          <a:noFill/>
          <a:ln>
            <a:noFill/>
          </a:ln>
        </p:spPr>
        <p:txBody>
          <a:bodyPr spcFirstLastPara="1" wrap="square" lIns="0" tIns="0" rIns="0" bIns="0" anchor="t" anchorCtr="0">
            <a:noAutofit/>
          </a:bodyPr>
          <a:lstStyle/>
          <a:p>
            <a:pPr marL="0" marR="0" lvl="0" indent="0" algn="l" rtl="0">
              <a:lnSpc>
                <a:spcPct val="127027"/>
              </a:lnSpc>
              <a:spcBef>
                <a:spcPts val="0"/>
              </a:spcBef>
              <a:spcAft>
                <a:spcPts val="0"/>
              </a:spcAft>
              <a:buClr>
                <a:srgbClr val="405449"/>
              </a:buClr>
              <a:buSzPts val="1190"/>
              <a:buFont typeface="Fraunces ExtraBold"/>
              <a:buNone/>
            </a:pPr>
            <a:r>
              <a:rPr lang="en-US" sz="1252" b="1">
                <a:solidFill>
                  <a:srgbClr val="405449"/>
                </a:solidFill>
                <a:latin typeface="Fraunces ExtraBold"/>
                <a:ea typeface="Fraunces ExtraBold"/>
                <a:cs typeface="Fraunces ExtraBold"/>
                <a:sym typeface="Fraunces ExtraBold"/>
              </a:rPr>
              <a:t>Meetings</a:t>
            </a:r>
            <a:endParaRPr sz="1252">
              <a:solidFill>
                <a:schemeClr val="dk1"/>
              </a:solidFill>
              <a:latin typeface="Calibri"/>
              <a:ea typeface="Calibri"/>
              <a:cs typeface="Calibri"/>
              <a:sym typeface="Calibri"/>
            </a:endParaRPr>
          </a:p>
        </p:txBody>
      </p:sp>
      <p:sp>
        <p:nvSpPr>
          <p:cNvPr id="243" name="Google Shape;243;p7"/>
          <p:cNvSpPr/>
          <p:nvPr/>
        </p:nvSpPr>
        <p:spPr>
          <a:xfrm>
            <a:off x="4696541" y="1403457"/>
            <a:ext cx="3864600" cy="624300"/>
          </a:xfrm>
          <a:prstGeom prst="rect">
            <a:avLst/>
          </a:prstGeom>
          <a:noFill/>
          <a:ln>
            <a:noFill/>
          </a:ln>
        </p:spPr>
        <p:txBody>
          <a:bodyPr spcFirstLastPara="1" wrap="square" lIns="0" tIns="0" rIns="0" bIns="0" anchor="t" anchorCtr="0">
            <a:noAutofit/>
          </a:bodyPr>
          <a:lstStyle/>
          <a:p>
            <a:pPr marL="220563" marR="0" lvl="0" indent="-224531" algn="l" rtl="0">
              <a:lnSpc>
                <a:spcPct val="146666"/>
              </a:lnSpc>
              <a:spcBef>
                <a:spcPts val="0"/>
              </a:spcBef>
              <a:spcAft>
                <a:spcPts val="0"/>
              </a:spcAft>
              <a:buClr>
                <a:srgbClr val="405449"/>
              </a:buClr>
              <a:buSzPts val="1027"/>
              <a:buFont typeface="Nobile"/>
              <a:buChar char="•"/>
            </a:pPr>
            <a:r>
              <a:rPr lang="en-US" sz="1027">
                <a:solidFill>
                  <a:srgbClr val="405449"/>
                </a:solidFill>
                <a:latin typeface="Nobile"/>
                <a:ea typeface="Nobile"/>
                <a:cs typeface="Nobile"/>
                <a:sym typeface="Nobile"/>
              </a:rPr>
              <a:t>Weekly meetings via Zoom / Google Meet</a:t>
            </a:r>
            <a:endParaRPr sz="1027">
              <a:solidFill>
                <a:schemeClr val="dk1"/>
              </a:solidFill>
              <a:latin typeface="Calibri"/>
              <a:ea typeface="Calibri"/>
              <a:cs typeface="Calibri"/>
              <a:sym typeface="Calibri"/>
            </a:endParaRPr>
          </a:p>
          <a:p>
            <a:pPr marL="220563" marR="0" lvl="0" indent="-224531" algn="l" rtl="0">
              <a:lnSpc>
                <a:spcPct val="146666"/>
              </a:lnSpc>
              <a:spcBef>
                <a:spcPts val="0"/>
              </a:spcBef>
              <a:spcAft>
                <a:spcPts val="0"/>
              </a:spcAft>
              <a:buClr>
                <a:srgbClr val="405449"/>
              </a:buClr>
              <a:buSzPts val="1027"/>
              <a:buFont typeface="Nobile"/>
              <a:buChar char="•"/>
            </a:pPr>
            <a:r>
              <a:rPr lang="en-US" sz="1027">
                <a:solidFill>
                  <a:srgbClr val="405449"/>
                </a:solidFill>
                <a:latin typeface="Nobile"/>
                <a:ea typeface="Nobile"/>
                <a:cs typeface="Nobile"/>
                <a:sym typeface="Nobile"/>
              </a:rPr>
              <a:t>Team leader schedules and shares meeting links</a:t>
            </a:r>
            <a:endParaRPr sz="1027">
              <a:solidFill>
                <a:schemeClr val="dk1"/>
              </a:solidFill>
              <a:latin typeface="Calibri"/>
              <a:ea typeface="Calibri"/>
              <a:cs typeface="Calibri"/>
              <a:sym typeface="Calibri"/>
            </a:endParaRPr>
          </a:p>
          <a:p>
            <a:pPr marL="220563" marR="0" lvl="0" indent="-224531" algn="l" rtl="0">
              <a:lnSpc>
                <a:spcPct val="146666"/>
              </a:lnSpc>
              <a:spcBef>
                <a:spcPts val="0"/>
              </a:spcBef>
              <a:spcAft>
                <a:spcPts val="0"/>
              </a:spcAft>
              <a:buClr>
                <a:srgbClr val="405449"/>
              </a:buClr>
              <a:buSzPts val="1027"/>
              <a:buFont typeface="Nobile"/>
              <a:buChar char="•"/>
            </a:pPr>
            <a:r>
              <a:rPr lang="en-US" sz="1027">
                <a:solidFill>
                  <a:srgbClr val="405449"/>
                </a:solidFill>
                <a:latin typeface="Nobile"/>
                <a:ea typeface="Nobile"/>
                <a:cs typeface="Nobile"/>
                <a:sym typeface="Nobile"/>
              </a:rPr>
              <a:t>Meeting minutes recorded after each session</a:t>
            </a:r>
            <a:endParaRPr sz="1027">
              <a:solidFill>
                <a:schemeClr val="dk1"/>
              </a:solidFill>
              <a:latin typeface="Calibri"/>
              <a:ea typeface="Calibri"/>
              <a:cs typeface="Calibri"/>
              <a:sym typeface="Calibri"/>
            </a:endParaRPr>
          </a:p>
        </p:txBody>
      </p:sp>
      <p:sp>
        <p:nvSpPr>
          <p:cNvPr id="244" name="Google Shape;244;p7"/>
          <p:cNvSpPr/>
          <p:nvPr/>
        </p:nvSpPr>
        <p:spPr>
          <a:xfrm>
            <a:off x="310391" y="2271697"/>
            <a:ext cx="4142100" cy="1158600"/>
          </a:xfrm>
          <a:prstGeom prst="roundRect">
            <a:avLst>
              <a:gd name="adj" fmla="val 9635"/>
            </a:avLst>
          </a:prstGeom>
          <a:solidFill>
            <a:srgbClr val="FAFFFA"/>
          </a:solidFill>
          <a:ln w="14700" cap="flat" cmpd="sng">
            <a:solidFill>
              <a:srgbClr val="B6D7A8"/>
            </a:solidFill>
            <a:prstDash val="solid"/>
            <a:round/>
            <a:headEnd type="none" w="sm" len="sm"/>
            <a:tailEnd type="none" w="sm" len="sm"/>
          </a:ln>
        </p:spPr>
        <p:txBody>
          <a:bodyPr spcFirstLastPara="1" wrap="square" lIns="58825" tIns="58825" rIns="58825" bIns="58825" anchor="ctr" anchorCtr="0">
            <a:noAutofit/>
          </a:bodyPr>
          <a:lstStyle/>
          <a:p>
            <a:pPr marL="0" lvl="0" indent="0" algn="l" rtl="0">
              <a:spcBef>
                <a:spcPts val="0"/>
              </a:spcBef>
              <a:spcAft>
                <a:spcPts val="0"/>
              </a:spcAft>
              <a:buNone/>
            </a:pPr>
            <a:endParaRPr/>
          </a:p>
        </p:txBody>
      </p:sp>
      <p:sp>
        <p:nvSpPr>
          <p:cNvPr id="245" name="Google Shape;245;p7"/>
          <p:cNvSpPr/>
          <p:nvPr/>
        </p:nvSpPr>
        <p:spPr>
          <a:xfrm>
            <a:off x="449076" y="2410391"/>
            <a:ext cx="3094200" cy="193800"/>
          </a:xfrm>
          <a:prstGeom prst="rect">
            <a:avLst/>
          </a:prstGeom>
          <a:noFill/>
          <a:ln>
            <a:noFill/>
          </a:ln>
        </p:spPr>
        <p:txBody>
          <a:bodyPr spcFirstLastPara="1" wrap="square" lIns="0" tIns="0" rIns="0" bIns="0" anchor="t" anchorCtr="0">
            <a:noAutofit/>
          </a:bodyPr>
          <a:lstStyle/>
          <a:p>
            <a:pPr marL="0" marR="0" lvl="0" indent="0" algn="l" rtl="0">
              <a:lnSpc>
                <a:spcPct val="127027"/>
              </a:lnSpc>
              <a:spcBef>
                <a:spcPts val="0"/>
              </a:spcBef>
              <a:spcAft>
                <a:spcPts val="0"/>
              </a:spcAft>
              <a:buClr>
                <a:srgbClr val="405449"/>
              </a:buClr>
              <a:buSzPts val="1190"/>
              <a:buFont typeface="Fraunces ExtraBold"/>
              <a:buNone/>
            </a:pPr>
            <a:r>
              <a:rPr lang="en-US" sz="1252" b="1">
                <a:solidFill>
                  <a:srgbClr val="405449"/>
                </a:solidFill>
                <a:latin typeface="Fraunces ExtraBold"/>
                <a:ea typeface="Fraunces ExtraBold"/>
                <a:cs typeface="Fraunces ExtraBold"/>
                <a:sym typeface="Fraunces ExtraBold"/>
              </a:rPr>
              <a:t>Work Quality &amp; Collaboration</a:t>
            </a:r>
            <a:endParaRPr sz="1252">
              <a:solidFill>
                <a:schemeClr val="dk1"/>
              </a:solidFill>
              <a:latin typeface="Calibri"/>
              <a:ea typeface="Calibri"/>
              <a:cs typeface="Calibri"/>
              <a:sym typeface="Calibri"/>
            </a:endParaRPr>
          </a:p>
        </p:txBody>
      </p:sp>
      <p:sp>
        <p:nvSpPr>
          <p:cNvPr id="246" name="Google Shape;246;p7"/>
          <p:cNvSpPr/>
          <p:nvPr/>
        </p:nvSpPr>
        <p:spPr>
          <a:xfrm>
            <a:off x="449085" y="2667333"/>
            <a:ext cx="3864600" cy="624300"/>
          </a:xfrm>
          <a:prstGeom prst="rect">
            <a:avLst/>
          </a:prstGeom>
          <a:noFill/>
          <a:ln>
            <a:noFill/>
          </a:ln>
        </p:spPr>
        <p:txBody>
          <a:bodyPr spcFirstLastPara="1" wrap="square" lIns="0" tIns="0" rIns="0" bIns="0" anchor="t" anchorCtr="0">
            <a:noAutofit/>
          </a:bodyPr>
          <a:lstStyle/>
          <a:p>
            <a:pPr marL="220563" marR="0" lvl="0" indent="-224531" algn="l" rtl="0">
              <a:lnSpc>
                <a:spcPct val="146666"/>
              </a:lnSpc>
              <a:spcBef>
                <a:spcPts val="0"/>
              </a:spcBef>
              <a:spcAft>
                <a:spcPts val="0"/>
              </a:spcAft>
              <a:buClr>
                <a:srgbClr val="405449"/>
              </a:buClr>
              <a:buSzPts val="1027"/>
              <a:buFont typeface="Nobile"/>
              <a:buChar char="•"/>
            </a:pPr>
            <a:r>
              <a:rPr lang="en-US" sz="1027">
                <a:solidFill>
                  <a:srgbClr val="405449"/>
                </a:solidFill>
                <a:latin typeface="Nobile"/>
                <a:ea typeface="Nobile"/>
                <a:cs typeface="Nobile"/>
                <a:sym typeface="Nobile"/>
              </a:rPr>
              <a:t>Share work early for feedback</a:t>
            </a:r>
            <a:endParaRPr sz="1027">
              <a:solidFill>
                <a:schemeClr val="dk1"/>
              </a:solidFill>
              <a:latin typeface="Calibri"/>
              <a:ea typeface="Calibri"/>
              <a:cs typeface="Calibri"/>
              <a:sym typeface="Calibri"/>
            </a:endParaRPr>
          </a:p>
          <a:p>
            <a:pPr marL="220563" marR="0" lvl="0" indent="-224531" algn="l" rtl="0">
              <a:lnSpc>
                <a:spcPct val="146666"/>
              </a:lnSpc>
              <a:spcBef>
                <a:spcPts val="0"/>
              </a:spcBef>
              <a:spcAft>
                <a:spcPts val="0"/>
              </a:spcAft>
              <a:buClr>
                <a:srgbClr val="405449"/>
              </a:buClr>
              <a:buSzPts val="1027"/>
              <a:buFont typeface="Nobile"/>
              <a:buChar char="•"/>
            </a:pPr>
            <a:r>
              <a:rPr lang="en-US" sz="1027">
                <a:solidFill>
                  <a:srgbClr val="405449"/>
                </a:solidFill>
                <a:latin typeface="Nobile"/>
                <a:ea typeface="Nobile"/>
                <a:cs typeface="Nobile"/>
                <a:sym typeface="Nobile"/>
              </a:rPr>
              <a:t>Maintain professionalism and accountability</a:t>
            </a:r>
            <a:endParaRPr sz="1027">
              <a:solidFill>
                <a:schemeClr val="dk1"/>
              </a:solidFill>
              <a:latin typeface="Calibri"/>
              <a:ea typeface="Calibri"/>
              <a:cs typeface="Calibri"/>
              <a:sym typeface="Calibri"/>
            </a:endParaRPr>
          </a:p>
          <a:p>
            <a:pPr marL="220563" marR="0" lvl="0" indent="-224531" algn="l" rtl="0">
              <a:lnSpc>
                <a:spcPct val="146666"/>
              </a:lnSpc>
              <a:spcBef>
                <a:spcPts val="0"/>
              </a:spcBef>
              <a:spcAft>
                <a:spcPts val="0"/>
              </a:spcAft>
              <a:buClr>
                <a:srgbClr val="405449"/>
              </a:buClr>
              <a:buSzPts val="1027"/>
              <a:buFont typeface="Nobile"/>
              <a:buChar char="•"/>
            </a:pPr>
            <a:r>
              <a:rPr lang="en-US" sz="1027">
                <a:solidFill>
                  <a:srgbClr val="405449"/>
                </a:solidFill>
                <a:latin typeface="Nobile"/>
                <a:ea typeface="Nobile"/>
                <a:cs typeface="Nobile"/>
                <a:sym typeface="Nobile"/>
              </a:rPr>
              <a:t>Ensure alignment with project goals</a:t>
            </a:r>
            <a:endParaRPr sz="1027">
              <a:solidFill>
                <a:schemeClr val="dk1"/>
              </a:solidFill>
              <a:latin typeface="Calibri"/>
              <a:ea typeface="Calibri"/>
              <a:cs typeface="Calibri"/>
              <a:sym typeface="Calibri"/>
            </a:endParaRPr>
          </a:p>
        </p:txBody>
      </p:sp>
      <p:sp>
        <p:nvSpPr>
          <p:cNvPr id="247" name="Google Shape;247;p7"/>
          <p:cNvSpPr/>
          <p:nvPr/>
        </p:nvSpPr>
        <p:spPr>
          <a:xfrm>
            <a:off x="4557847" y="2271697"/>
            <a:ext cx="4142100" cy="1158600"/>
          </a:xfrm>
          <a:prstGeom prst="roundRect">
            <a:avLst>
              <a:gd name="adj" fmla="val 9635"/>
            </a:avLst>
          </a:prstGeom>
          <a:solidFill>
            <a:srgbClr val="FAFFFA"/>
          </a:solidFill>
          <a:ln w="14700" cap="flat" cmpd="sng">
            <a:solidFill>
              <a:srgbClr val="B6D7A8"/>
            </a:solidFill>
            <a:prstDash val="solid"/>
            <a:round/>
            <a:headEnd type="none" w="sm" len="sm"/>
            <a:tailEnd type="none" w="sm" len="sm"/>
          </a:ln>
        </p:spPr>
        <p:txBody>
          <a:bodyPr spcFirstLastPara="1" wrap="square" lIns="58825" tIns="58825" rIns="58825" bIns="58825" anchor="ctr" anchorCtr="0">
            <a:noAutofit/>
          </a:bodyPr>
          <a:lstStyle/>
          <a:p>
            <a:pPr marL="0" lvl="0" indent="0" algn="l" rtl="0">
              <a:spcBef>
                <a:spcPts val="0"/>
              </a:spcBef>
              <a:spcAft>
                <a:spcPts val="0"/>
              </a:spcAft>
              <a:buNone/>
            </a:pPr>
            <a:endParaRPr/>
          </a:p>
        </p:txBody>
      </p:sp>
      <p:sp>
        <p:nvSpPr>
          <p:cNvPr id="248" name="Google Shape;248;p7"/>
          <p:cNvSpPr/>
          <p:nvPr/>
        </p:nvSpPr>
        <p:spPr>
          <a:xfrm>
            <a:off x="4696550" y="2410391"/>
            <a:ext cx="3404400" cy="193800"/>
          </a:xfrm>
          <a:prstGeom prst="rect">
            <a:avLst/>
          </a:prstGeom>
          <a:noFill/>
          <a:ln>
            <a:noFill/>
          </a:ln>
        </p:spPr>
        <p:txBody>
          <a:bodyPr spcFirstLastPara="1" wrap="square" lIns="0" tIns="0" rIns="0" bIns="0" anchor="t" anchorCtr="0">
            <a:noAutofit/>
          </a:bodyPr>
          <a:lstStyle/>
          <a:p>
            <a:pPr marL="0" marR="0" lvl="0" indent="0" algn="l" rtl="0">
              <a:lnSpc>
                <a:spcPct val="127027"/>
              </a:lnSpc>
              <a:spcBef>
                <a:spcPts val="0"/>
              </a:spcBef>
              <a:spcAft>
                <a:spcPts val="0"/>
              </a:spcAft>
              <a:buClr>
                <a:srgbClr val="405449"/>
              </a:buClr>
              <a:buSzPts val="1190"/>
              <a:buFont typeface="Fraunces ExtraBold"/>
              <a:buNone/>
            </a:pPr>
            <a:r>
              <a:rPr lang="en-US" sz="1252" b="1">
                <a:solidFill>
                  <a:srgbClr val="405449"/>
                </a:solidFill>
                <a:latin typeface="Fraunces ExtraBold"/>
                <a:ea typeface="Fraunces ExtraBold"/>
                <a:cs typeface="Fraunces ExtraBold"/>
                <a:sym typeface="Fraunces ExtraBold"/>
              </a:rPr>
              <a:t>Work Division &amp; Ownership</a:t>
            </a:r>
            <a:endParaRPr sz="1252">
              <a:solidFill>
                <a:schemeClr val="dk1"/>
              </a:solidFill>
              <a:latin typeface="Calibri"/>
              <a:ea typeface="Calibri"/>
              <a:cs typeface="Calibri"/>
              <a:sym typeface="Calibri"/>
            </a:endParaRPr>
          </a:p>
        </p:txBody>
      </p:sp>
      <p:sp>
        <p:nvSpPr>
          <p:cNvPr id="249" name="Google Shape;249;p7"/>
          <p:cNvSpPr/>
          <p:nvPr/>
        </p:nvSpPr>
        <p:spPr>
          <a:xfrm>
            <a:off x="4696541" y="2667333"/>
            <a:ext cx="3864600" cy="624300"/>
          </a:xfrm>
          <a:prstGeom prst="rect">
            <a:avLst/>
          </a:prstGeom>
          <a:noFill/>
          <a:ln>
            <a:noFill/>
          </a:ln>
        </p:spPr>
        <p:txBody>
          <a:bodyPr spcFirstLastPara="1" wrap="square" lIns="0" tIns="0" rIns="0" bIns="0" anchor="t" anchorCtr="0">
            <a:noAutofit/>
          </a:bodyPr>
          <a:lstStyle/>
          <a:p>
            <a:pPr marL="220563" marR="0" lvl="0" indent="-224531" algn="l" rtl="0">
              <a:lnSpc>
                <a:spcPct val="146666"/>
              </a:lnSpc>
              <a:spcBef>
                <a:spcPts val="0"/>
              </a:spcBef>
              <a:spcAft>
                <a:spcPts val="0"/>
              </a:spcAft>
              <a:buClr>
                <a:srgbClr val="405449"/>
              </a:buClr>
              <a:buSzPts val="1027"/>
              <a:buFont typeface="Nobile"/>
              <a:buChar char="•"/>
            </a:pPr>
            <a:r>
              <a:rPr lang="en-US" sz="1027">
                <a:solidFill>
                  <a:srgbClr val="405449"/>
                </a:solidFill>
                <a:latin typeface="Nobile"/>
                <a:ea typeface="Nobile"/>
                <a:cs typeface="Nobile"/>
                <a:sym typeface="Nobile"/>
              </a:rPr>
              <a:t>Tasks assigned during sprint planning</a:t>
            </a:r>
            <a:endParaRPr sz="1027">
              <a:solidFill>
                <a:schemeClr val="dk1"/>
              </a:solidFill>
              <a:latin typeface="Calibri"/>
              <a:ea typeface="Calibri"/>
              <a:cs typeface="Calibri"/>
              <a:sym typeface="Calibri"/>
            </a:endParaRPr>
          </a:p>
          <a:p>
            <a:pPr marL="220563" marR="0" lvl="0" indent="-224531" algn="l" rtl="0">
              <a:lnSpc>
                <a:spcPct val="146666"/>
              </a:lnSpc>
              <a:spcBef>
                <a:spcPts val="0"/>
              </a:spcBef>
              <a:spcAft>
                <a:spcPts val="0"/>
              </a:spcAft>
              <a:buClr>
                <a:srgbClr val="405449"/>
              </a:buClr>
              <a:buSzPts val="1027"/>
              <a:buFont typeface="Nobile"/>
              <a:buChar char="•"/>
            </a:pPr>
            <a:r>
              <a:rPr lang="en-US" sz="1027">
                <a:solidFill>
                  <a:srgbClr val="405449"/>
                </a:solidFill>
                <a:latin typeface="Nobile"/>
                <a:ea typeface="Nobile"/>
                <a:cs typeface="Nobile"/>
                <a:sym typeface="Nobile"/>
              </a:rPr>
              <a:t>Equal responsibility among team members</a:t>
            </a:r>
            <a:endParaRPr sz="1027">
              <a:solidFill>
                <a:schemeClr val="dk1"/>
              </a:solidFill>
              <a:latin typeface="Calibri"/>
              <a:ea typeface="Calibri"/>
              <a:cs typeface="Calibri"/>
              <a:sym typeface="Calibri"/>
            </a:endParaRPr>
          </a:p>
          <a:p>
            <a:pPr marL="220563" marR="0" lvl="0" indent="-224531" algn="l" rtl="0">
              <a:lnSpc>
                <a:spcPct val="146666"/>
              </a:lnSpc>
              <a:spcBef>
                <a:spcPts val="0"/>
              </a:spcBef>
              <a:spcAft>
                <a:spcPts val="0"/>
              </a:spcAft>
              <a:buClr>
                <a:srgbClr val="405449"/>
              </a:buClr>
              <a:buSzPts val="1027"/>
              <a:buFont typeface="Nobile"/>
              <a:buChar char="•"/>
            </a:pPr>
            <a:r>
              <a:rPr lang="en-US" sz="1027">
                <a:solidFill>
                  <a:srgbClr val="405449"/>
                </a:solidFill>
                <a:latin typeface="Nobile"/>
                <a:ea typeface="Nobile"/>
                <a:cs typeface="Nobile"/>
                <a:sym typeface="Nobile"/>
              </a:rPr>
              <a:t>Meet agreed deadlines and communicate blockers early</a:t>
            </a:r>
            <a:endParaRPr sz="1027">
              <a:solidFill>
                <a:schemeClr val="dk1"/>
              </a:solidFill>
              <a:latin typeface="Calibri"/>
              <a:ea typeface="Calibri"/>
              <a:cs typeface="Calibri"/>
              <a:sym typeface="Calibri"/>
            </a:endParaRPr>
          </a:p>
        </p:txBody>
      </p:sp>
      <p:sp>
        <p:nvSpPr>
          <p:cNvPr id="250" name="Google Shape;250;p7"/>
          <p:cNvSpPr/>
          <p:nvPr/>
        </p:nvSpPr>
        <p:spPr>
          <a:xfrm>
            <a:off x="310391" y="3535574"/>
            <a:ext cx="4142100" cy="1158600"/>
          </a:xfrm>
          <a:prstGeom prst="roundRect">
            <a:avLst>
              <a:gd name="adj" fmla="val 9635"/>
            </a:avLst>
          </a:prstGeom>
          <a:solidFill>
            <a:srgbClr val="FAFFFA"/>
          </a:solidFill>
          <a:ln w="14700" cap="flat" cmpd="sng">
            <a:solidFill>
              <a:srgbClr val="B6D7A8"/>
            </a:solidFill>
            <a:prstDash val="solid"/>
            <a:round/>
            <a:headEnd type="none" w="sm" len="sm"/>
            <a:tailEnd type="none" w="sm" len="sm"/>
          </a:ln>
        </p:spPr>
        <p:txBody>
          <a:bodyPr spcFirstLastPara="1" wrap="square" lIns="58825" tIns="58825" rIns="58825" bIns="58825" anchor="ctr" anchorCtr="0">
            <a:noAutofit/>
          </a:bodyPr>
          <a:lstStyle/>
          <a:p>
            <a:pPr marL="0" lvl="0" indent="0" algn="l" rtl="0">
              <a:spcBef>
                <a:spcPts val="0"/>
              </a:spcBef>
              <a:spcAft>
                <a:spcPts val="0"/>
              </a:spcAft>
              <a:buNone/>
            </a:pPr>
            <a:endParaRPr/>
          </a:p>
        </p:txBody>
      </p:sp>
      <p:sp>
        <p:nvSpPr>
          <p:cNvPr id="251" name="Google Shape;251;p7"/>
          <p:cNvSpPr/>
          <p:nvPr/>
        </p:nvSpPr>
        <p:spPr>
          <a:xfrm>
            <a:off x="449073" y="3674266"/>
            <a:ext cx="2880000" cy="193800"/>
          </a:xfrm>
          <a:prstGeom prst="rect">
            <a:avLst/>
          </a:prstGeom>
          <a:noFill/>
          <a:ln>
            <a:noFill/>
          </a:ln>
        </p:spPr>
        <p:txBody>
          <a:bodyPr spcFirstLastPara="1" wrap="square" lIns="0" tIns="0" rIns="0" bIns="0" anchor="t" anchorCtr="0">
            <a:noAutofit/>
          </a:bodyPr>
          <a:lstStyle/>
          <a:p>
            <a:pPr marL="0" marR="0" lvl="0" indent="0" algn="l" rtl="0">
              <a:lnSpc>
                <a:spcPct val="127027"/>
              </a:lnSpc>
              <a:spcBef>
                <a:spcPts val="0"/>
              </a:spcBef>
              <a:spcAft>
                <a:spcPts val="0"/>
              </a:spcAft>
              <a:buClr>
                <a:srgbClr val="405449"/>
              </a:buClr>
              <a:buSzPts val="1190"/>
              <a:buFont typeface="Fraunces ExtraBold"/>
              <a:buNone/>
            </a:pPr>
            <a:r>
              <a:rPr lang="en-US" sz="1252" b="1">
                <a:solidFill>
                  <a:srgbClr val="405449"/>
                </a:solidFill>
                <a:latin typeface="Fraunces ExtraBold"/>
                <a:ea typeface="Fraunces ExtraBold"/>
                <a:cs typeface="Fraunces ExtraBold"/>
                <a:sym typeface="Fraunces ExtraBold"/>
              </a:rPr>
              <a:t>Communication Tools</a:t>
            </a:r>
            <a:endParaRPr sz="1252">
              <a:solidFill>
                <a:schemeClr val="dk1"/>
              </a:solidFill>
              <a:latin typeface="Calibri"/>
              <a:ea typeface="Calibri"/>
              <a:cs typeface="Calibri"/>
              <a:sym typeface="Calibri"/>
            </a:endParaRPr>
          </a:p>
        </p:txBody>
      </p:sp>
      <p:sp>
        <p:nvSpPr>
          <p:cNvPr id="252" name="Google Shape;252;p7"/>
          <p:cNvSpPr/>
          <p:nvPr/>
        </p:nvSpPr>
        <p:spPr>
          <a:xfrm>
            <a:off x="449085" y="3931211"/>
            <a:ext cx="3864600" cy="624300"/>
          </a:xfrm>
          <a:prstGeom prst="rect">
            <a:avLst/>
          </a:prstGeom>
          <a:noFill/>
          <a:ln>
            <a:noFill/>
          </a:ln>
        </p:spPr>
        <p:txBody>
          <a:bodyPr spcFirstLastPara="1" wrap="square" lIns="0" tIns="0" rIns="0" bIns="0" anchor="t" anchorCtr="0">
            <a:noAutofit/>
          </a:bodyPr>
          <a:lstStyle/>
          <a:p>
            <a:pPr marL="220563" marR="0" lvl="0" indent="-224531" algn="l" rtl="0">
              <a:lnSpc>
                <a:spcPct val="146666"/>
              </a:lnSpc>
              <a:spcBef>
                <a:spcPts val="0"/>
              </a:spcBef>
              <a:spcAft>
                <a:spcPts val="0"/>
              </a:spcAft>
              <a:buClr>
                <a:srgbClr val="405449"/>
              </a:buClr>
              <a:buSzPts val="1027"/>
              <a:buFont typeface="Nobile"/>
              <a:buChar char="•"/>
            </a:pPr>
            <a:r>
              <a:rPr lang="en-US" sz="1027">
                <a:solidFill>
                  <a:srgbClr val="405449"/>
                </a:solidFill>
                <a:latin typeface="Nobile"/>
                <a:ea typeface="Nobile"/>
                <a:cs typeface="Nobile"/>
                <a:sym typeface="Nobile"/>
              </a:rPr>
              <a:t>Zoom / Google Meet – Sprint meetings</a:t>
            </a:r>
            <a:endParaRPr sz="1027">
              <a:solidFill>
                <a:schemeClr val="dk1"/>
              </a:solidFill>
              <a:latin typeface="Calibri"/>
              <a:ea typeface="Calibri"/>
              <a:cs typeface="Calibri"/>
              <a:sym typeface="Calibri"/>
            </a:endParaRPr>
          </a:p>
          <a:p>
            <a:pPr marL="220563" marR="0" lvl="0" indent="-224531" algn="l" rtl="0">
              <a:lnSpc>
                <a:spcPct val="146666"/>
              </a:lnSpc>
              <a:spcBef>
                <a:spcPts val="0"/>
              </a:spcBef>
              <a:spcAft>
                <a:spcPts val="0"/>
              </a:spcAft>
              <a:buClr>
                <a:srgbClr val="405449"/>
              </a:buClr>
              <a:buSzPts val="1027"/>
              <a:buFont typeface="Nobile"/>
              <a:buChar char="•"/>
            </a:pPr>
            <a:r>
              <a:rPr lang="en-US" sz="1027">
                <a:solidFill>
                  <a:srgbClr val="405449"/>
                </a:solidFill>
                <a:latin typeface="Nobile"/>
                <a:ea typeface="Nobile"/>
                <a:cs typeface="Nobile"/>
                <a:sym typeface="Nobile"/>
              </a:rPr>
              <a:t>WhatsApp – Quick updates and urgent communication</a:t>
            </a:r>
            <a:endParaRPr sz="1027">
              <a:solidFill>
                <a:schemeClr val="dk1"/>
              </a:solidFill>
              <a:latin typeface="Calibri"/>
              <a:ea typeface="Calibri"/>
              <a:cs typeface="Calibri"/>
              <a:sym typeface="Calibri"/>
            </a:endParaRPr>
          </a:p>
          <a:p>
            <a:pPr marL="220563" marR="0" lvl="0" indent="-224531" algn="l" rtl="0">
              <a:lnSpc>
                <a:spcPct val="146666"/>
              </a:lnSpc>
              <a:spcBef>
                <a:spcPts val="0"/>
              </a:spcBef>
              <a:spcAft>
                <a:spcPts val="0"/>
              </a:spcAft>
              <a:buClr>
                <a:srgbClr val="405449"/>
              </a:buClr>
              <a:buSzPts val="1027"/>
              <a:buFont typeface="Nobile"/>
              <a:buChar char="•"/>
            </a:pPr>
            <a:r>
              <a:rPr lang="en-US" sz="1027">
                <a:solidFill>
                  <a:srgbClr val="405449"/>
                </a:solidFill>
                <a:latin typeface="Nobile"/>
                <a:ea typeface="Nobile"/>
                <a:cs typeface="Nobile"/>
                <a:sym typeface="Nobile"/>
              </a:rPr>
              <a:t>Google Docs &amp; Slides - Collaborative deliverables</a:t>
            </a:r>
            <a:endParaRPr sz="1027">
              <a:solidFill>
                <a:schemeClr val="dk1"/>
              </a:solidFill>
              <a:latin typeface="Calibri"/>
              <a:ea typeface="Calibri"/>
              <a:cs typeface="Calibri"/>
              <a:sym typeface="Calibri"/>
            </a:endParaRPr>
          </a:p>
        </p:txBody>
      </p:sp>
      <p:sp>
        <p:nvSpPr>
          <p:cNvPr id="253" name="Google Shape;253;p7"/>
          <p:cNvSpPr/>
          <p:nvPr/>
        </p:nvSpPr>
        <p:spPr>
          <a:xfrm>
            <a:off x="4557847" y="3535574"/>
            <a:ext cx="4142100" cy="1158600"/>
          </a:xfrm>
          <a:prstGeom prst="roundRect">
            <a:avLst>
              <a:gd name="adj" fmla="val 9635"/>
            </a:avLst>
          </a:prstGeom>
          <a:solidFill>
            <a:srgbClr val="FAFFFA"/>
          </a:solidFill>
          <a:ln w="14700" cap="flat" cmpd="sng">
            <a:solidFill>
              <a:srgbClr val="B6D7A8"/>
            </a:solidFill>
            <a:prstDash val="solid"/>
            <a:round/>
            <a:headEnd type="none" w="sm" len="sm"/>
            <a:tailEnd type="none" w="sm" len="sm"/>
          </a:ln>
        </p:spPr>
        <p:txBody>
          <a:bodyPr spcFirstLastPara="1" wrap="square" lIns="58825" tIns="58825" rIns="58825" bIns="58825" anchor="ctr" anchorCtr="0">
            <a:noAutofit/>
          </a:bodyPr>
          <a:lstStyle/>
          <a:p>
            <a:pPr marL="0" lvl="0" indent="0" algn="l" rtl="0">
              <a:spcBef>
                <a:spcPts val="0"/>
              </a:spcBef>
              <a:spcAft>
                <a:spcPts val="0"/>
              </a:spcAft>
              <a:buNone/>
            </a:pPr>
            <a:endParaRPr/>
          </a:p>
        </p:txBody>
      </p:sp>
      <p:sp>
        <p:nvSpPr>
          <p:cNvPr id="254" name="Google Shape;254;p7"/>
          <p:cNvSpPr/>
          <p:nvPr/>
        </p:nvSpPr>
        <p:spPr>
          <a:xfrm>
            <a:off x="4696551" y="3674266"/>
            <a:ext cx="2704200" cy="193800"/>
          </a:xfrm>
          <a:prstGeom prst="rect">
            <a:avLst/>
          </a:prstGeom>
          <a:noFill/>
          <a:ln>
            <a:noFill/>
          </a:ln>
        </p:spPr>
        <p:txBody>
          <a:bodyPr spcFirstLastPara="1" wrap="square" lIns="0" tIns="0" rIns="0" bIns="0" anchor="t" anchorCtr="0">
            <a:noAutofit/>
          </a:bodyPr>
          <a:lstStyle/>
          <a:p>
            <a:pPr marL="0" marR="0" lvl="0" indent="0" algn="l" rtl="0">
              <a:lnSpc>
                <a:spcPct val="127027"/>
              </a:lnSpc>
              <a:spcBef>
                <a:spcPts val="0"/>
              </a:spcBef>
              <a:spcAft>
                <a:spcPts val="0"/>
              </a:spcAft>
              <a:buClr>
                <a:srgbClr val="405449"/>
              </a:buClr>
              <a:buSzPts val="1190"/>
              <a:buFont typeface="Fraunces ExtraBold"/>
              <a:buNone/>
            </a:pPr>
            <a:r>
              <a:rPr lang="en-US" sz="1252" b="1">
                <a:solidFill>
                  <a:srgbClr val="405449"/>
                </a:solidFill>
                <a:latin typeface="Fraunces ExtraBold"/>
                <a:ea typeface="Fraunces ExtraBold"/>
                <a:cs typeface="Fraunces ExtraBold"/>
                <a:sym typeface="Fraunces ExtraBold"/>
              </a:rPr>
              <a:t>Team Transparency</a:t>
            </a:r>
            <a:endParaRPr sz="1252">
              <a:solidFill>
                <a:schemeClr val="dk1"/>
              </a:solidFill>
              <a:latin typeface="Calibri"/>
              <a:ea typeface="Calibri"/>
              <a:cs typeface="Calibri"/>
              <a:sym typeface="Calibri"/>
            </a:endParaRPr>
          </a:p>
        </p:txBody>
      </p:sp>
      <p:sp>
        <p:nvSpPr>
          <p:cNvPr id="255" name="Google Shape;255;p7"/>
          <p:cNvSpPr/>
          <p:nvPr/>
        </p:nvSpPr>
        <p:spPr>
          <a:xfrm>
            <a:off x="4696541" y="3931211"/>
            <a:ext cx="3864600" cy="403800"/>
          </a:xfrm>
          <a:prstGeom prst="rect">
            <a:avLst/>
          </a:prstGeom>
          <a:noFill/>
          <a:ln>
            <a:noFill/>
          </a:ln>
        </p:spPr>
        <p:txBody>
          <a:bodyPr spcFirstLastPara="1" wrap="square" lIns="0" tIns="0" rIns="0" bIns="0" anchor="t" anchorCtr="0">
            <a:noAutofit/>
          </a:bodyPr>
          <a:lstStyle/>
          <a:p>
            <a:pPr marL="220563" marR="0" lvl="0" indent="-224531" algn="l" rtl="0">
              <a:lnSpc>
                <a:spcPct val="146666"/>
              </a:lnSpc>
              <a:spcBef>
                <a:spcPts val="0"/>
              </a:spcBef>
              <a:spcAft>
                <a:spcPts val="0"/>
              </a:spcAft>
              <a:buClr>
                <a:srgbClr val="405449"/>
              </a:buClr>
              <a:buSzPts val="1027"/>
              <a:buFont typeface="Nobile"/>
              <a:buChar char="•"/>
            </a:pPr>
            <a:r>
              <a:rPr lang="en-US" sz="1027">
                <a:solidFill>
                  <a:srgbClr val="405449"/>
                </a:solidFill>
                <a:latin typeface="Nobile"/>
                <a:ea typeface="Nobile"/>
                <a:cs typeface="Nobile"/>
                <a:sym typeface="Nobile"/>
              </a:rPr>
              <a:t>Cameras encouraged during meetings</a:t>
            </a:r>
            <a:endParaRPr sz="1027">
              <a:solidFill>
                <a:schemeClr val="dk1"/>
              </a:solidFill>
              <a:latin typeface="Calibri"/>
              <a:ea typeface="Calibri"/>
              <a:cs typeface="Calibri"/>
              <a:sym typeface="Calibri"/>
            </a:endParaRPr>
          </a:p>
          <a:p>
            <a:pPr marL="220563" marR="0" lvl="0" indent="-224531" algn="l" rtl="0">
              <a:lnSpc>
                <a:spcPct val="146666"/>
              </a:lnSpc>
              <a:spcBef>
                <a:spcPts val="0"/>
              </a:spcBef>
              <a:spcAft>
                <a:spcPts val="0"/>
              </a:spcAft>
              <a:buClr>
                <a:srgbClr val="405449"/>
              </a:buClr>
              <a:buSzPts val="1027"/>
              <a:buFont typeface="Nobile"/>
              <a:buChar char="•"/>
            </a:pPr>
            <a:r>
              <a:rPr lang="en-US" sz="1027">
                <a:solidFill>
                  <a:srgbClr val="405449"/>
                </a:solidFill>
                <a:latin typeface="Nobile"/>
                <a:ea typeface="Nobile"/>
                <a:cs typeface="Nobile"/>
                <a:sym typeface="Nobile"/>
              </a:rPr>
              <a:t>Maintain open communication and team trust</a:t>
            </a:r>
            <a:endParaRPr sz="1027">
              <a:solidFill>
                <a:schemeClr val="dk1"/>
              </a:solidFill>
              <a:latin typeface="Calibri"/>
              <a:ea typeface="Calibri"/>
              <a:cs typeface="Calibri"/>
              <a:sym typeface="Calibri"/>
            </a:endParaRPr>
          </a:p>
        </p:txBody>
      </p:sp>
      <p:sp>
        <p:nvSpPr>
          <p:cNvPr id="256" name="Google Shape;256;p7"/>
          <p:cNvSpPr/>
          <p:nvPr/>
        </p:nvSpPr>
        <p:spPr>
          <a:xfrm>
            <a:off x="8007421" y="4835275"/>
            <a:ext cx="1065900" cy="256800"/>
          </a:xfrm>
          <a:prstGeom prst="rect">
            <a:avLst/>
          </a:prstGeom>
          <a:solidFill>
            <a:schemeClr val="lt1"/>
          </a:solidFill>
          <a:ln w="7950" cap="flat" cmpd="sng">
            <a:solidFill>
              <a:schemeClr val="lt1"/>
            </a:solidFill>
            <a:prstDash val="solid"/>
            <a:miter lim="800000"/>
            <a:headEnd type="none" w="sm" len="sm"/>
            <a:tailEnd type="none" w="sm" len="sm"/>
          </a:ln>
        </p:spPr>
        <p:txBody>
          <a:bodyPr spcFirstLastPara="1" wrap="square" lIns="57150" tIns="28575" rIns="57150" bIns="28575" anchor="ctr" anchorCtr="0">
            <a:noAutofit/>
          </a:bodyPr>
          <a:lstStyle/>
          <a:p>
            <a:pPr marL="0" marR="0" lvl="0" indent="0" algn="ctr" rtl="0">
              <a:spcBef>
                <a:spcPts val="0"/>
              </a:spcBef>
              <a:spcAft>
                <a:spcPts val="0"/>
              </a:spcAft>
              <a:buNone/>
            </a:pPr>
            <a:endParaRPr sz="1125">
              <a:solidFill>
                <a:schemeClr val="lt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8"/>
          <p:cNvSpPr/>
          <p:nvPr/>
        </p:nvSpPr>
        <p:spPr>
          <a:xfrm>
            <a:off x="496127" y="231797"/>
            <a:ext cx="4447200" cy="310200"/>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3B4540"/>
              </a:buClr>
              <a:buSzPts val="1938"/>
              <a:buFont typeface="Fraunces ExtraBold"/>
              <a:buNone/>
            </a:pPr>
            <a:r>
              <a:rPr lang="en-US" sz="2100" b="1">
                <a:solidFill>
                  <a:srgbClr val="3B4540"/>
                </a:solidFill>
                <a:latin typeface="Fraunces ExtraBold"/>
                <a:ea typeface="Fraunces ExtraBold"/>
                <a:cs typeface="Fraunces ExtraBold"/>
                <a:sym typeface="Fraunces ExtraBold"/>
              </a:rPr>
              <a:t>User Persona 1: Ethan Miller</a:t>
            </a:r>
            <a:endParaRPr sz="2100">
              <a:solidFill>
                <a:schemeClr val="dk1"/>
              </a:solidFill>
              <a:latin typeface="Calibri"/>
              <a:ea typeface="Calibri"/>
              <a:cs typeface="Calibri"/>
              <a:sym typeface="Calibri"/>
            </a:endParaRPr>
          </a:p>
        </p:txBody>
      </p:sp>
      <p:sp>
        <p:nvSpPr>
          <p:cNvPr id="263" name="Google Shape;263;p8"/>
          <p:cNvSpPr/>
          <p:nvPr/>
        </p:nvSpPr>
        <p:spPr>
          <a:xfrm>
            <a:off x="496123" y="603938"/>
            <a:ext cx="7119300" cy="155100"/>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3B4540"/>
              </a:buClr>
              <a:buSzPts val="969"/>
              <a:buFont typeface="Fraunces ExtraBold"/>
              <a:buNone/>
            </a:pPr>
            <a:r>
              <a:rPr lang="en-US" b="1">
                <a:solidFill>
                  <a:srgbClr val="3B4540"/>
                </a:solidFill>
                <a:latin typeface="Fraunces ExtraBold"/>
                <a:ea typeface="Fraunces ExtraBold"/>
                <a:cs typeface="Fraunces ExtraBold"/>
                <a:sym typeface="Fraunces ExtraBold"/>
              </a:rPr>
              <a:t>Young Professional &amp; Retail Investor</a:t>
            </a:r>
            <a:endParaRPr>
              <a:solidFill>
                <a:schemeClr val="dk1"/>
              </a:solidFill>
              <a:latin typeface="Calibri"/>
              <a:ea typeface="Calibri"/>
              <a:cs typeface="Calibri"/>
              <a:sym typeface="Calibri"/>
            </a:endParaRPr>
          </a:p>
        </p:txBody>
      </p:sp>
      <p:pic>
        <p:nvPicPr>
          <p:cNvPr id="264" name="Google Shape;264;p8" descr="preencoded.png"/>
          <p:cNvPicPr preferRelativeResize="0"/>
          <p:nvPr/>
        </p:nvPicPr>
        <p:blipFill rotWithShape="1">
          <a:blip r:embed="rId3">
            <a:alphaModFix/>
          </a:blip>
          <a:srcRect/>
          <a:stretch/>
        </p:blipFill>
        <p:spPr>
          <a:xfrm>
            <a:off x="767844" y="935344"/>
            <a:ext cx="2075375" cy="3113095"/>
          </a:xfrm>
          <a:prstGeom prst="rect">
            <a:avLst/>
          </a:prstGeom>
          <a:noFill/>
          <a:ln>
            <a:noFill/>
          </a:ln>
        </p:spPr>
      </p:pic>
      <p:sp>
        <p:nvSpPr>
          <p:cNvPr id="265" name="Google Shape;265;p8"/>
          <p:cNvSpPr/>
          <p:nvPr/>
        </p:nvSpPr>
        <p:spPr>
          <a:xfrm>
            <a:off x="496125" y="4143219"/>
            <a:ext cx="2695800" cy="763500"/>
          </a:xfrm>
          <a:prstGeom prst="rect">
            <a:avLst/>
          </a:prstGeom>
          <a:noFill/>
          <a:ln>
            <a:noFill/>
          </a:ln>
        </p:spPr>
        <p:txBody>
          <a:bodyPr spcFirstLastPara="1" wrap="square" lIns="0" tIns="0" rIns="0" bIns="0" anchor="t" anchorCtr="0">
            <a:noAutofit/>
          </a:bodyPr>
          <a:lstStyle/>
          <a:p>
            <a:pPr marL="0" marR="0" lvl="0" indent="0" algn="l" rtl="0">
              <a:lnSpc>
                <a:spcPct val="136000"/>
              </a:lnSpc>
              <a:spcBef>
                <a:spcPts val="0"/>
              </a:spcBef>
              <a:spcAft>
                <a:spcPts val="0"/>
              </a:spcAft>
              <a:buClr>
                <a:srgbClr val="405449"/>
              </a:buClr>
              <a:buSzPts val="781"/>
              <a:buFont typeface="Nobile"/>
              <a:buNone/>
            </a:pPr>
            <a:r>
              <a:rPr lang="en-US" sz="938" b="1">
                <a:solidFill>
                  <a:srgbClr val="405449"/>
                </a:solidFill>
                <a:latin typeface="Nobile"/>
                <a:ea typeface="Nobile"/>
                <a:cs typeface="Nobile"/>
                <a:sym typeface="Nobile"/>
              </a:rPr>
              <a:t>Age:</a:t>
            </a:r>
            <a:r>
              <a:rPr lang="en-US" sz="938">
                <a:solidFill>
                  <a:srgbClr val="405449"/>
                </a:solidFill>
                <a:latin typeface="Nobile"/>
                <a:ea typeface="Nobile"/>
                <a:cs typeface="Nobile"/>
                <a:sym typeface="Nobile"/>
              </a:rPr>
              <a:t> 29 </a:t>
            </a:r>
            <a:r>
              <a:rPr lang="en-US" sz="938" b="1">
                <a:solidFill>
                  <a:srgbClr val="405449"/>
                </a:solidFill>
                <a:latin typeface="Nobile"/>
                <a:ea typeface="Nobile"/>
                <a:cs typeface="Nobile"/>
                <a:sym typeface="Nobile"/>
              </a:rPr>
              <a:t>Location:</a:t>
            </a:r>
            <a:r>
              <a:rPr lang="en-US" sz="938">
                <a:solidFill>
                  <a:srgbClr val="405449"/>
                </a:solidFill>
                <a:latin typeface="Nobile"/>
                <a:ea typeface="Nobile"/>
                <a:cs typeface="Nobile"/>
                <a:sym typeface="Nobile"/>
              </a:rPr>
              <a:t> Austin, Texas </a:t>
            </a:r>
            <a:r>
              <a:rPr lang="en-US" sz="938" b="1">
                <a:solidFill>
                  <a:srgbClr val="405449"/>
                </a:solidFill>
                <a:latin typeface="Nobile"/>
                <a:ea typeface="Nobile"/>
                <a:cs typeface="Nobile"/>
                <a:sym typeface="Nobile"/>
              </a:rPr>
              <a:t>Job:</a:t>
            </a:r>
            <a:r>
              <a:rPr lang="en-US" sz="938">
                <a:solidFill>
                  <a:srgbClr val="405449"/>
                </a:solidFill>
                <a:latin typeface="Nobile"/>
                <a:ea typeface="Nobile"/>
                <a:cs typeface="Nobile"/>
                <a:sym typeface="Nobile"/>
              </a:rPr>
              <a:t> Software Engineer </a:t>
            </a:r>
            <a:r>
              <a:rPr lang="en-US" sz="938" b="1">
                <a:solidFill>
                  <a:srgbClr val="405449"/>
                </a:solidFill>
                <a:latin typeface="Nobile"/>
                <a:ea typeface="Nobile"/>
                <a:cs typeface="Nobile"/>
                <a:sym typeface="Nobile"/>
              </a:rPr>
              <a:t>Salary:</a:t>
            </a:r>
            <a:r>
              <a:rPr lang="en-US" sz="938">
                <a:solidFill>
                  <a:srgbClr val="405449"/>
                </a:solidFill>
                <a:latin typeface="Nobile"/>
                <a:ea typeface="Nobile"/>
                <a:cs typeface="Nobile"/>
                <a:sym typeface="Nobile"/>
              </a:rPr>
              <a:t> $95K–$120K/year </a:t>
            </a:r>
            <a:r>
              <a:rPr lang="en-US" sz="938" b="1">
                <a:solidFill>
                  <a:srgbClr val="405449"/>
                </a:solidFill>
                <a:latin typeface="Nobile"/>
                <a:ea typeface="Nobile"/>
                <a:cs typeface="Nobile"/>
                <a:sym typeface="Nobile"/>
              </a:rPr>
              <a:t>Family:</a:t>
            </a:r>
            <a:r>
              <a:rPr lang="en-US" sz="938">
                <a:solidFill>
                  <a:srgbClr val="405449"/>
                </a:solidFill>
                <a:latin typeface="Nobile"/>
                <a:ea typeface="Nobile"/>
                <a:cs typeface="Nobile"/>
                <a:sym typeface="Nobile"/>
              </a:rPr>
              <a:t> Lives with partner </a:t>
            </a:r>
            <a:r>
              <a:rPr lang="en-US" sz="938" b="1">
                <a:solidFill>
                  <a:srgbClr val="405449"/>
                </a:solidFill>
                <a:latin typeface="Nobile"/>
                <a:ea typeface="Nobile"/>
                <a:cs typeface="Nobile"/>
                <a:sym typeface="Nobile"/>
              </a:rPr>
              <a:t>Investment Level:</a:t>
            </a:r>
            <a:r>
              <a:rPr lang="en-US" sz="938">
                <a:solidFill>
                  <a:srgbClr val="405449"/>
                </a:solidFill>
                <a:latin typeface="Nobile"/>
                <a:ea typeface="Nobile"/>
                <a:cs typeface="Nobile"/>
                <a:sym typeface="Nobile"/>
              </a:rPr>
              <a:t> Beginner to Intermediate</a:t>
            </a:r>
            <a:endParaRPr sz="938">
              <a:solidFill>
                <a:schemeClr val="dk1"/>
              </a:solidFill>
              <a:latin typeface="Calibri"/>
              <a:ea typeface="Calibri"/>
              <a:cs typeface="Calibri"/>
              <a:sym typeface="Calibri"/>
            </a:endParaRPr>
          </a:p>
        </p:txBody>
      </p:sp>
      <p:sp>
        <p:nvSpPr>
          <p:cNvPr id="266" name="Google Shape;266;p8"/>
          <p:cNvSpPr/>
          <p:nvPr/>
        </p:nvSpPr>
        <p:spPr>
          <a:xfrm>
            <a:off x="3387188" y="906810"/>
            <a:ext cx="1337100" cy="236100"/>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3B4540"/>
              </a:buClr>
              <a:buSzPts val="1044"/>
              <a:buFont typeface="Fraunces ExtraBold"/>
              <a:buNone/>
            </a:pPr>
            <a:r>
              <a:rPr lang="en-US" sz="1375" b="1">
                <a:solidFill>
                  <a:srgbClr val="3B4540"/>
                </a:solidFill>
                <a:latin typeface="Fraunces ExtraBold"/>
                <a:ea typeface="Fraunces ExtraBold"/>
                <a:cs typeface="Fraunces ExtraBold"/>
                <a:sym typeface="Fraunces ExtraBold"/>
              </a:rPr>
              <a:t>Goals</a:t>
            </a:r>
            <a:endParaRPr sz="1375">
              <a:solidFill>
                <a:schemeClr val="dk1"/>
              </a:solidFill>
              <a:latin typeface="Calibri"/>
              <a:ea typeface="Calibri"/>
              <a:cs typeface="Calibri"/>
              <a:sym typeface="Calibri"/>
            </a:endParaRPr>
          </a:p>
        </p:txBody>
      </p:sp>
      <p:sp>
        <p:nvSpPr>
          <p:cNvPr id="267" name="Google Shape;267;p8"/>
          <p:cNvSpPr/>
          <p:nvPr/>
        </p:nvSpPr>
        <p:spPr>
          <a:xfrm>
            <a:off x="3387188" y="1227769"/>
            <a:ext cx="5619600" cy="1175700"/>
          </a:xfrm>
          <a:prstGeom prst="rect">
            <a:avLst/>
          </a:prstGeom>
          <a:noFill/>
          <a:ln>
            <a:noFill/>
          </a:ln>
        </p:spPr>
        <p:txBody>
          <a:bodyPr spcFirstLastPara="1" wrap="square" lIns="0" tIns="0" rIns="0" bIns="0" anchor="t" anchorCtr="0">
            <a:noAutofit/>
          </a:bodyPr>
          <a:lstStyle/>
          <a:p>
            <a:pPr marL="230993" marR="0" lvl="0" indent="-248959" algn="l" rtl="0">
              <a:lnSpc>
                <a:spcPct val="136000"/>
              </a:lnSpc>
              <a:spcBef>
                <a:spcPts val="0"/>
              </a:spcBef>
              <a:spcAft>
                <a:spcPts val="0"/>
              </a:spcAft>
              <a:buClr>
                <a:srgbClr val="405449"/>
              </a:buClr>
              <a:buSzPts val="1125"/>
              <a:buFont typeface="Nobile"/>
              <a:buChar char="•"/>
            </a:pPr>
            <a:r>
              <a:rPr lang="en-US" sz="1125">
                <a:solidFill>
                  <a:srgbClr val="405449"/>
                </a:solidFill>
                <a:latin typeface="Nobile"/>
                <a:ea typeface="Nobile"/>
                <a:cs typeface="Nobile"/>
                <a:sym typeface="Nobile"/>
              </a:rPr>
              <a:t>Understand Value-at-Risk clearly</a:t>
            </a:r>
            <a:endParaRPr sz="1125">
              <a:solidFill>
                <a:schemeClr val="dk1"/>
              </a:solidFill>
              <a:latin typeface="Calibri"/>
              <a:ea typeface="Calibri"/>
              <a:cs typeface="Calibri"/>
              <a:sym typeface="Calibri"/>
            </a:endParaRPr>
          </a:p>
          <a:p>
            <a:pPr marL="230993" marR="0" lvl="0" indent="-248959" algn="l" rtl="0">
              <a:lnSpc>
                <a:spcPct val="136000"/>
              </a:lnSpc>
              <a:spcBef>
                <a:spcPts val="0"/>
              </a:spcBef>
              <a:spcAft>
                <a:spcPts val="0"/>
              </a:spcAft>
              <a:buClr>
                <a:srgbClr val="405449"/>
              </a:buClr>
              <a:buSzPts val="1125"/>
              <a:buFont typeface="Nobile"/>
              <a:buChar char="•"/>
            </a:pPr>
            <a:r>
              <a:rPr lang="en-US" sz="1125">
                <a:solidFill>
                  <a:srgbClr val="405449"/>
                </a:solidFill>
                <a:latin typeface="Nobile"/>
                <a:ea typeface="Nobile"/>
                <a:cs typeface="Nobile"/>
                <a:sym typeface="Nobile"/>
              </a:rPr>
              <a:t>Simulate market crash scenarios</a:t>
            </a:r>
            <a:endParaRPr sz="1125">
              <a:solidFill>
                <a:schemeClr val="dk1"/>
              </a:solidFill>
              <a:latin typeface="Calibri"/>
              <a:ea typeface="Calibri"/>
              <a:cs typeface="Calibri"/>
              <a:sym typeface="Calibri"/>
            </a:endParaRPr>
          </a:p>
          <a:p>
            <a:pPr marL="230993" marR="0" lvl="0" indent="-248959" algn="l" rtl="0">
              <a:lnSpc>
                <a:spcPct val="136000"/>
              </a:lnSpc>
              <a:spcBef>
                <a:spcPts val="0"/>
              </a:spcBef>
              <a:spcAft>
                <a:spcPts val="0"/>
              </a:spcAft>
              <a:buClr>
                <a:srgbClr val="405449"/>
              </a:buClr>
              <a:buSzPts val="1125"/>
              <a:buFont typeface="Nobile"/>
              <a:buChar char="•"/>
            </a:pPr>
            <a:r>
              <a:rPr lang="en-US" sz="1125">
                <a:solidFill>
                  <a:srgbClr val="405449"/>
                </a:solidFill>
                <a:latin typeface="Nobile"/>
                <a:ea typeface="Nobile"/>
                <a:cs typeface="Nobile"/>
                <a:sym typeface="Nobile"/>
              </a:rPr>
              <a:t>Get simple portfolio risk scores</a:t>
            </a:r>
            <a:endParaRPr sz="1125">
              <a:solidFill>
                <a:schemeClr val="dk1"/>
              </a:solidFill>
              <a:latin typeface="Calibri"/>
              <a:ea typeface="Calibri"/>
              <a:cs typeface="Calibri"/>
              <a:sym typeface="Calibri"/>
            </a:endParaRPr>
          </a:p>
          <a:p>
            <a:pPr marL="230993" marR="0" lvl="0" indent="-248959" algn="l" rtl="0">
              <a:lnSpc>
                <a:spcPct val="136000"/>
              </a:lnSpc>
              <a:spcBef>
                <a:spcPts val="0"/>
              </a:spcBef>
              <a:spcAft>
                <a:spcPts val="0"/>
              </a:spcAft>
              <a:buClr>
                <a:srgbClr val="405449"/>
              </a:buClr>
              <a:buSzPts val="1125"/>
              <a:buFont typeface="Nobile"/>
              <a:buChar char="•"/>
            </a:pPr>
            <a:r>
              <a:rPr lang="en-US" sz="1125">
                <a:solidFill>
                  <a:srgbClr val="405449"/>
                </a:solidFill>
                <a:latin typeface="Nobile"/>
                <a:ea typeface="Nobile"/>
                <a:cs typeface="Nobile"/>
                <a:sym typeface="Nobile"/>
              </a:rPr>
              <a:t>Improve long-term returns</a:t>
            </a:r>
            <a:endParaRPr sz="1125">
              <a:solidFill>
                <a:schemeClr val="dk1"/>
              </a:solidFill>
              <a:latin typeface="Calibri"/>
              <a:ea typeface="Calibri"/>
              <a:cs typeface="Calibri"/>
              <a:sym typeface="Calibri"/>
            </a:endParaRPr>
          </a:p>
          <a:p>
            <a:pPr marL="230993" marR="0" lvl="0" indent="-248959" algn="l" rtl="0">
              <a:lnSpc>
                <a:spcPct val="136000"/>
              </a:lnSpc>
              <a:spcBef>
                <a:spcPts val="0"/>
              </a:spcBef>
              <a:spcAft>
                <a:spcPts val="0"/>
              </a:spcAft>
              <a:buClr>
                <a:srgbClr val="405449"/>
              </a:buClr>
              <a:buSzPts val="1125"/>
              <a:buFont typeface="Nobile"/>
              <a:buChar char="•"/>
            </a:pPr>
            <a:r>
              <a:rPr lang="en-US" sz="1125">
                <a:solidFill>
                  <a:srgbClr val="405449"/>
                </a:solidFill>
                <a:latin typeface="Nobile"/>
                <a:ea typeface="Nobile"/>
                <a:cs typeface="Nobile"/>
                <a:sym typeface="Nobile"/>
              </a:rPr>
              <a:t>Make safer investment decisions</a:t>
            </a:r>
            <a:endParaRPr sz="1125">
              <a:solidFill>
                <a:schemeClr val="dk1"/>
              </a:solidFill>
              <a:latin typeface="Calibri"/>
              <a:ea typeface="Calibri"/>
              <a:cs typeface="Calibri"/>
              <a:sym typeface="Calibri"/>
            </a:endParaRPr>
          </a:p>
        </p:txBody>
      </p:sp>
      <p:sp>
        <p:nvSpPr>
          <p:cNvPr id="268" name="Google Shape;268;p8"/>
          <p:cNvSpPr/>
          <p:nvPr/>
        </p:nvSpPr>
        <p:spPr>
          <a:xfrm>
            <a:off x="3395813" y="2400695"/>
            <a:ext cx="1337100" cy="236100"/>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3B4540"/>
              </a:buClr>
              <a:buSzPts val="1044"/>
              <a:buFont typeface="Fraunces ExtraBold"/>
              <a:buNone/>
            </a:pPr>
            <a:r>
              <a:rPr lang="en-US" sz="1375" b="1">
                <a:solidFill>
                  <a:srgbClr val="3B4540"/>
                </a:solidFill>
                <a:latin typeface="Fraunces ExtraBold"/>
                <a:ea typeface="Fraunces ExtraBold"/>
                <a:cs typeface="Fraunces ExtraBold"/>
                <a:sym typeface="Fraunces ExtraBold"/>
              </a:rPr>
              <a:t>Frustrations</a:t>
            </a:r>
            <a:endParaRPr sz="1375">
              <a:solidFill>
                <a:schemeClr val="dk1"/>
              </a:solidFill>
              <a:latin typeface="Calibri"/>
              <a:ea typeface="Calibri"/>
              <a:cs typeface="Calibri"/>
              <a:sym typeface="Calibri"/>
            </a:endParaRPr>
          </a:p>
        </p:txBody>
      </p:sp>
      <p:sp>
        <p:nvSpPr>
          <p:cNvPr id="269" name="Google Shape;269;p8"/>
          <p:cNvSpPr/>
          <p:nvPr/>
        </p:nvSpPr>
        <p:spPr>
          <a:xfrm>
            <a:off x="3395813" y="2690732"/>
            <a:ext cx="5619600" cy="1175700"/>
          </a:xfrm>
          <a:prstGeom prst="rect">
            <a:avLst/>
          </a:prstGeom>
          <a:noFill/>
          <a:ln>
            <a:noFill/>
          </a:ln>
        </p:spPr>
        <p:txBody>
          <a:bodyPr spcFirstLastPara="1" wrap="square" lIns="0" tIns="0" rIns="0" bIns="0" anchor="t" anchorCtr="0">
            <a:noAutofit/>
          </a:bodyPr>
          <a:lstStyle/>
          <a:p>
            <a:pPr marL="230993" marR="0" lvl="0" indent="-248959" algn="l" rtl="0">
              <a:lnSpc>
                <a:spcPct val="136000"/>
              </a:lnSpc>
              <a:spcBef>
                <a:spcPts val="0"/>
              </a:spcBef>
              <a:spcAft>
                <a:spcPts val="0"/>
              </a:spcAft>
              <a:buClr>
                <a:srgbClr val="405449"/>
              </a:buClr>
              <a:buSzPts val="1125"/>
              <a:buFont typeface="Nobile"/>
              <a:buChar char="•"/>
            </a:pPr>
            <a:r>
              <a:rPr lang="en-US" sz="1125">
                <a:solidFill>
                  <a:srgbClr val="405449"/>
                </a:solidFill>
                <a:latin typeface="Nobile"/>
                <a:ea typeface="Nobile"/>
                <a:cs typeface="Nobile"/>
                <a:sym typeface="Nobile"/>
              </a:rPr>
              <a:t>Cannot clearly measure portfolio risk</a:t>
            </a:r>
            <a:endParaRPr sz="1125">
              <a:solidFill>
                <a:schemeClr val="dk1"/>
              </a:solidFill>
              <a:latin typeface="Calibri"/>
              <a:ea typeface="Calibri"/>
              <a:cs typeface="Calibri"/>
              <a:sym typeface="Calibri"/>
            </a:endParaRPr>
          </a:p>
          <a:p>
            <a:pPr marL="230993" marR="0" lvl="0" indent="-248959" algn="l" rtl="0">
              <a:lnSpc>
                <a:spcPct val="136000"/>
              </a:lnSpc>
              <a:spcBef>
                <a:spcPts val="0"/>
              </a:spcBef>
              <a:spcAft>
                <a:spcPts val="0"/>
              </a:spcAft>
              <a:buClr>
                <a:srgbClr val="405449"/>
              </a:buClr>
              <a:buSzPts val="1125"/>
              <a:buFont typeface="Nobile"/>
              <a:buChar char="•"/>
            </a:pPr>
            <a:r>
              <a:rPr lang="en-US" sz="1125">
                <a:solidFill>
                  <a:srgbClr val="405449"/>
                </a:solidFill>
                <a:latin typeface="Nobile"/>
                <a:ea typeface="Nobile"/>
                <a:cs typeface="Nobile"/>
                <a:sym typeface="Nobile"/>
              </a:rPr>
              <a:t>Hard to understand downside scenarios</a:t>
            </a:r>
            <a:endParaRPr sz="1125">
              <a:solidFill>
                <a:schemeClr val="dk1"/>
              </a:solidFill>
              <a:latin typeface="Calibri"/>
              <a:ea typeface="Calibri"/>
              <a:cs typeface="Calibri"/>
              <a:sym typeface="Calibri"/>
            </a:endParaRPr>
          </a:p>
          <a:p>
            <a:pPr marL="230993" marR="0" lvl="0" indent="-248959" algn="l" rtl="0">
              <a:lnSpc>
                <a:spcPct val="136000"/>
              </a:lnSpc>
              <a:spcBef>
                <a:spcPts val="0"/>
              </a:spcBef>
              <a:spcAft>
                <a:spcPts val="0"/>
              </a:spcAft>
              <a:buClr>
                <a:srgbClr val="405449"/>
              </a:buClr>
              <a:buSzPts val="1125"/>
              <a:buFont typeface="Nobile"/>
              <a:buChar char="•"/>
            </a:pPr>
            <a:r>
              <a:rPr lang="en-US" sz="1125">
                <a:solidFill>
                  <a:srgbClr val="405449"/>
                </a:solidFill>
                <a:latin typeface="Nobile"/>
                <a:ea typeface="Nobile"/>
                <a:cs typeface="Nobile"/>
                <a:sym typeface="Nobile"/>
              </a:rPr>
              <a:t>Too many scattered finance tools</a:t>
            </a:r>
            <a:endParaRPr sz="1125">
              <a:solidFill>
                <a:schemeClr val="dk1"/>
              </a:solidFill>
              <a:latin typeface="Calibri"/>
              <a:ea typeface="Calibri"/>
              <a:cs typeface="Calibri"/>
              <a:sym typeface="Calibri"/>
            </a:endParaRPr>
          </a:p>
          <a:p>
            <a:pPr marL="230993" marR="0" lvl="0" indent="-248959" algn="l" rtl="0">
              <a:lnSpc>
                <a:spcPct val="136000"/>
              </a:lnSpc>
              <a:spcBef>
                <a:spcPts val="0"/>
              </a:spcBef>
              <a:spcAft>
                <a:spcPts val="0"/>
              </a:spcAft>
              <a:buClr>
                <a:srgbClr val="405449"/>
              </a:buClr>
              <a:buSzPts val="1125"/>
              <a:buFont typeface="Nobile"/>
              <a:buChar char="•"/>
            </a:pPr>
            <a:r>
              <a:rPr lang="en-US" sz="1125">
                <a:solidFill>
                  <a:srgbClr val="405449"/>
                </a:solidFill>
                <a:latin typeface="Nobile"/>
                <a:ea typeface="Nobile"/>
                <a:cs typeface="Nobile"/>
                <a:sym typeface="Nobile"/>
              </a:rPr>
              <a:t>Confusing probability models</a:t>
            </a:r>
            <a:endParaRPr sz="1125">
              <a:solidFill>
                <a:schemeClr val="dk1"/>
              </a:solidFill>
              <a:latin typeface="Calibri"/>
              <a:ea typeface="Calibri"/>
              <a:cs typeface="Calibri"/>
              <a:sym typeface="Calibri"/>
            </a:endParaRPr>
          </a:p>
          <a:p>
            <a:pPr marL="230993" marR="0" lvl="0" indent="-248959" algn="l" rtl="0">
              <a:lnSpc>
                <a:spcPct val="136000"/>
              </a:lnSpc>
              <a:spcBef>
                <a:spcPts val="0"/>
              </a:spcBef>
              <a:spcAft>
                <a:spcPts val="0"/>
              </a:spcAft>
              <a:buClr>
                <a:srgbClr val="405449"/>
              </a:buClr>
              <a:buSzPts val="1125"/>
              <a:buFont typeface="Nobile"/>
              <a:buChar char="•"/>
            </a:pPr>
            <a:r>
              <a:rPr lang="en-US" sz="1125">
                <a:solidFill>
                  <a:srgbClr val="405449"/>
                </a:solidFill>
                <a:latin typeface="Nobile"/>
                <a:ea typeface="Nobile"/>
                <a:cs typeface="Nobile"/>
                <a:sym typeface="Nobile"/>
              </a:rPr>
              <a:t>Lacks simple visual risk insights</a:t>
            </a:r>
            <a:endParaRPr sz="1125">
              <a:solidFill>
                <a:schemeClr val="dk1"/>
              </a:solidFill>
              <a:latin typeface="Calibri"/>
              <a:ea typeface="Calibri"/>
              <a:cs typeface="Calibri"/>
              <a:sym typeface="Calibri"/>
            </a:endParaRPr>
          </a:p>
        </p:txBody>
      </p:sp>
      <p:sp>
        <p:nvSpPr>
          <p:cNvPr id="270" name="Google Shape;270;p8"/>
          <p:cNvSpPr/>
          <p:nvPr/>
        </p:nvSpPr>
        <p:spPr>
          <a:xfrm>
            <a:off x="3387188" y="3920346"/>
            <a:ext cx="1337100" cy="236100"/>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3B4540"/>
              </a:buClr>
              <a:buSzPts val="1044"/>
              <a:buFont typeface="Fraunces ExtraBold"/>
              <a:buNone/>
            </a:pPr>
            <a:r>
              <a:rPr lang="en-US" sz="1375" b="1">
                <a:solidFill>
                  <a:srgbClr val="3B4540"/>
                </a:solidFill>
                <a:latin typeface="Fraunces ExtraBold"/>
                <a:ea typeface="Fraunces ExtraBold"/>
                <a:cs typeface="Fraunces ExtraBold"/>
                <a:sym typeface="Fraunces ExtraBold"/>
              </a:rPr>
              <a:t>Interests</a:t>
            </a:r>
            <a:endParaRPr sz="1375">
              <a:solidFill>
                <a:schemeClr val="dk1"/>
              </a:solidFill>
              <a:latin typeface="Calibri"/>
              <a:ea typeface="Calibri"/>
              <a:cs typeface="Calibri"/>
              <a:sym typeface="Calibri"/>
            </a:endParaRPr>
          </a:p>
        </p:txBody>
      </p:sp>
      <p:sp>
        <p:nvSpPr>
          <p:cNvPr id="271" name="Google Shape;271;p8"/>
          <p:cNvSpPr/>
          <p:nvPr/>
        </p:nvSpPr>
        <p:spPr>
          <a:xfrm>
            <a:off x="3395813" y="4210398"/>
            <a:ext cx="5619600" cy="411300"/>
          </a:xfrm>
          <a:prstGeom prst="rect">
            <a:avLst/>
          </a:prstGeom>
          <a:noFill/>
          <a:ln>
            <a:noFill/>
          </a:ln>
        </p:spPr>
        <p:txBody>
          <a:bodyPr spcFirstLastPara="1" wrap="square" lIns="0" tIns="0" rIns="0" bIns="0" anchor="t" anchorCtr="0">
            <a:noAutofit/>
          </a:bodyPr>
          <a:lstStyle/>
          <a:p>
            <a:pPr marL="0" marR="0" lvl="0" indent="0" algn="l" rtl="0">
              <a:lnSpc>
                <a:spcPct val="136000"/>
              </a:lnSpc>
              <a:spcBef>
                <a:spcPts val="0"/>
              </a:spcBef>
              <a:spcAft>
                <a:spcPts val="0"/>
              </a:spcAft>
              <a:buClr>
                <a:srgbClr val="405449"/>
              </a:buClr>
              <a:buSzPts val="842"/>
              <a:buFont typeface="Nobile"/>
              <a:buNone/>
            </a:pPr>
            <a:r>
              <a:rPr lang="en-US" sz="1125">
                <a:solidFill>
                  <a:srgbClr val="405449"/>
                </a:solidFill>
                <a:latin typeface="Nobile"/>
                <a:ea typeface="Nobile"/>
                <a:cs typeface="Nobile"/>
                <a:sym typeface="Nobile"/>
              </a:rPr>
              <a:t>Personal finance and investing • Portfolio tracking apps • Market trend analysis • Tech and automation tools • Financial podcasts • Long-term wealth building</a:t>
            </a:r>
            <a:endParaRPr sz="1125">
              <a:solidFill>
                <a:schemeClr val="dk1"/>
              </a:solidFill>
              <a:latin typeface="Calibri"/>
              <a:ea typeface="Calibri"/>
              <a:cs typeface="Calibri"/>
              <a:sym typeface="Calibri"/>
            </a:endParaRPr>
          </a:p>
        </p:txBody>
      </p:sp>
      <p:sp>
        <p:nvSpPr>
          <p:cNvPr id="272" name="Google Shape;272;p8"/>
          <p:cNvSpPr/>
          <p:nvPr/>
        </p:nvSpPr>
        <p:spPr>
          <a:xfrm>
            <a:off x="8026686" y="4835275"/>
            <a:ext cx="1059600" cy="270000"/>
          </a:xfrm>
          <a:prstGeom prst="rect">
            <a:avLst/>
          </a:prstGeom>
          <a:solidFill>
            <a:schemeClr val="lt1"/>
          </a:solidFill>
          <a:ln w="7950" cap="flat" cmpd="sng">
            <a:solidFill>
              <a:schemeClr val="lt1"/>
            </a:solidFill>
            <a:prstDash val="solid"/>
            <a:miter lim="800000"/>
            <a:headEnd type="none" w="sm" len="sm"/>
            <a:tailEnd type="none" w="sm" len="sm"/>
          </a:ln>
        </p:spPr>
        <p:txBody>
          <a:bodyPr spcFirstLastPara="1" wrap="square" lIns="57150" tIns="28575" rIns="57150" bIns="28575" anchor="ctr" anchorCtr="0">
            <a:noAutofit/>
          </a:bodyPr>
          <a:lstStyle/>
          <a:p>
            <a:pPr marL="0" marR="0" lvl="0" indent="0" algn="ctr" rtl="0">
              <a:spcBef>
                <a:spcPts val="0"/>
              </a:spcBef>
              <a:spcAft>
                <a:spcPts val="0"/>
              </a:spcAft>
              <a:buNone/>
            </a:pPr>
            <a:endParaRPr sz="1125">
              <a:solidFill>
                <a:schemeClr val="lt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39a4bb1e1bb_0_0"/>
          <p:cNvSpPr/>
          <p:nvPr/>
        </p:nvSpPr>
        <p:spPr>
          <a:xfrm>
            <a:off x="496127" y="231797"/>
            <a:ext cx="4447200" cy="310200"/>
          </a:xfrm>
          <a:prstGeom prst="rect">
            <a:avLst/>
          </a:prstGeom>
          <a:noFill/>
          <a:ln>
            <a:noFill/>
          </a:ln>
        </p:spPr>
        <p:txBody>
          <a:bodyPr spcFirstLastPara="1" wrap="square" lIns="0" tIns="0" rIns="0" bIns="0" anchor="t" anchorCtr="0">
            <a:noAutofit/>
          </a:bodyPr>
          <a:lstStyle/>
          <a:p>
            <a:pPr marL="0" lvl="0" indent="0" algn="l" rtl="0">
              <a:lnSpc>
                <a:spcPct val="125806"/>
              </a:lnSpc>
              <a:spcBef>
                <a:spcPts val="0"/>
              </a:spcBef>
              <a:spcAft>
                <a:spcPts val="0"/>
              </a:spcAft>
              <a:buClr>
                <a:srgbClr val="3B4540"/>
              </a:buClr>
              <a:buSzPts val="1938"/>
              <a:buFont typeface="Fraunces ExtraBold"/>
              <a:buNone/>
            </a:pPr>
            <a:r>
              <a:rPr lang="en-US" sz="2100" b="1">
                <a:solidFill>
                  <a:srgbClr val="3B4540"/>
                </a:solidFill>
                <a:latin typeface="Fraunces ExtraBold"/>
                <a:ea typeface="Fraunces ExtraBold"/>
                <a:cs typeface="Fraunces ExtraBold"/>
                <a:sym typeface="Fraunces ExtraBold"/>
              </a:rPr>
              <a:t>User Persona 2: Sophia Chen</a:t>
            </a:r>
            <a:endParaRPr sz="2100">
              <a:solidFill>
                <a:schemeClr val="dk1"/>
              </a:solidFill>
              <a:latin typeface="Calibri"/>
              <a:ea typeface="Calibri"/>
              <a:cs typeface="Calibri"/>
              <a:sym typeface="Calibri"/>
            </a:endParaRPr>
          </a:p>
          <a:p>
            <a:pPr marL="0" marR="0" lvl="0" indent="0" algn="l" rtl="0">
              <a:lnSpc>
                <a:spcPct val="125806"/>
              </a:lnSpc>
              <a:spcBef>
                <a:spcPts val="0"/>
              </a:spcBef>
              <a:spcAft>
                <a:spcPts val="0"/>
              </a:spcAft>
              <a:buClr>
                <a:srgbClr val="3B4540"/>
              </a:buClr>
              <a:buSzPts val="1938"/>
              <a:buFont typeface="Fraunces ExtraBold"/>
              <a:buNone/>
            </a:pPr>
            <a:endParaRPr sz="2100" b="1">
              <a:solidFill>
                <a:srgbClr val="3B4540"/>
              </a:solidFill>
              <a:latin typeface="Fraunces ExtraBold"/>
              <a:ea typeface="Fraunces ExtraBold"/>
              <a:cs typeface="Fraunces ExtraBold"/>
              <a:sym typeface="Fraunces ExtraBold"/>
            </a:endParaRPr>
          </a:p>
        </p:txBody>
      </p:sp>
      <p:sp>
        <p:nvSpPr>
          <p:cNvPr id="279" name="Google Shape;279;g39a4bb1e1bb_0_0"/>
          <p:cNvSpPr/>
          <p:nvPr/>
        </p:nvSpPr>
        <p:spPr>
          <a:xfrm>
            <a:off x="496123" y="603938"/>
            <a:ext cx="7119300" cy="155100"/>
          </a:xfrm>
          <a:prstGeom prst="rect">
            <a:avLst/>
          </a:prstGeom>
          <a:noFill/>
          <a:ln>
            <a:noFill/>
          </a:ln>
        </p:spPr>
        <p:txBody>
          <a:bodyPr spcFirstLastPara="1" wrap="square" lIns="0" tIns="0" rIns="0" bIns="0" anchor="t" anchorCtr="0">
            <a:noAutofit/>
          </a:bodyPr>
          <a:lstStyle/>
          <a:p>
            <a:pPr marL="0" lvl="0" indent="0" algn="l" rtl="0">
              <a:lnSpc>
                <a:spcPct val="125806"/>
              </a:lnSpc>
              <a:spcBef>
                <a:spcPts val="0"/>
              </a:spcBef>
              <a:spcAft>
                <a:spcPts val="0"/>
              </a:spcAft>
              <a:buClr>
                <a:srgbClr val="3B4540"/>
              </a:buClr>
              <a:buSzPts val="969"/>
              <a:buFont typeface="Fraunces ExtraBold"/>
              <a:buNone/>
            </a:pPr>
            <a:r>
              <a:rPr lang="en-US" b="1">
                <a:solidFill>
                  <a:srgbClr val="3B4540"/>
                </a:solidFill>
                <a:latin typeface="Fraunces ExtraBold"/>
                <a:ea typeface="Fraunces ExtraBold"/>
                <a:cs typeface="Fraunces ExtraBold"/>
                <a:sym typeface="Fraunces ExtraBold"/>
              </a:rPr>
              <a:t>Financial Risk Analyst (Professional)</a:t>
            </a:r>
            <a:endParaRPr>
              <a:solidFill>
                <a:schemeClr val="dk1"/>
              </a:solidFill>
              <a:latin typeface="Calibri"/>
              <a:ea typeface="Calibri"/>
              <a:cs typeface="Calibri"/>
              <a:sym typeface="Calibri"/>
            </a:endParaRPr>
          </a:p>
          <a:p>
            <a:pPr marL="0" marR="0" lvl="0" indent="0" algn="l" rtl="0">
              <a:lnSpc>
                <a:spcPct val="125806"/>
              </a:lnSpc>
              <a:spcBef>
                <a:spcPts val="0"/>
              </a:spcBef>
              <a:spcAft>
                <a:spcPts val="0"/>
              </a:spcAft>
              <a:buClr>
                <a:srgbClr val="3B4540"/>
              </a:buClr>
              <a:buSzPts val="969"/>
              <a:buFont typeface="Fraunces ExtraBold"/>
              <a:buNone/>
            </a:pPr>
            <a:endParaRPr b="1">
              <a:solidFill>
                <a:srgbClr val="3B4540"/>
              </a:solidFill>
              <a:latin typeface="Fraunces ExtraBold"/>
              <a:ea typeface="Fraunces ExtraBold"/>
              <a:cs typeface="Fraunces ExtraBold"/>
              <a:sym typeface="Fraunces ExtraBold"/>
            </a:endParaRPr>
          </a:p>
        </p:txBody>
      </p:sp>
      <p:sp>
        <p:nvSpPr>
          <p:cNvPr id="280" name="Google Shape;280;g39a4bb1e1bb_0_0"/>
          <p:cNvSpPr/>
          <p:nvPr/>
        </p:nvSpPr>
        <p:spPr>
          <a:xfrm>
            <a:off x="496125" y="4143244"/>
            <a:ext cx="2695800" cy="763500"/>
          </a:xfrm>
          <a:prstGeom prst="rect">
            <a:avLst/>
          </a:prstGeom>
          <a:noFill/>
          <a:ln>
            <a:noFill/>
          </a:ln>
        </p:spPr>
        <p:txBody>
          <a:bodyPr spcFirstLastPara="1" wrap="square" lIns="0" tIns="0" rIns="0" bIns="0" anchor="t" anchorCtr="0">
            <a:noAutofit/>
          </a:bodyPr>
          <a:lstStyle/>
          <a:p>
            <a:pPr marL="0" lvl="0" indent="0" algn="l" rtl="0">
              <a:lnSpc>
                <a:spcPct val="136000"/>
              </a:lnSpc>
              <a:spcBef>
                <a:spcPts val="0"/>
              </a:spcBef>
              <a:spcAft>
                <a:spcPts val="0"/>
              </a:spcAft>
              <a:buClr>
                <a:srgbClr val="405449"/>
              </a:buClr>
              <a:buSzPts val="781"/>
              <a:buFont typeface="Nobile"/>
              <a:buNone/>
            </a:pPr>
            <a:r>
              <a:rPr lang="en-US" sz="900" b="1">
                <a:solidFill>
                  <a:srgbClr val="405449"/>
                </a:solidFill>
                <a:latin typeface="Nobile"/>
                <a:ea typeface="Nobile"/>
                <a:cs typeface="Nobile"/>
                <a:sym typeface="Nobile"/>
              </a:rPr>
              <a:t>Age:</a:t>
            </a:r>
            <a:r>
              <a:rPr lang="en-US" sz="900">
                <a:solidFill>
                  <a:srgbClr val="405449"/>
                </a:solidFill>
                <a:latin typeface="Nobile"/>
                <a:ea typeface="Nobile"/>
                <a:cs typeface="Nobile"/>
                <a:sym typeface="Nobile"/>
              </a:rPr>
              <a:t> 38 </a:t>
            </a:r>
            <a:r>
              <a:rPr lang="en-US" sz="900" b="1">
                <a:solidFill>
                  <a:srgbClr val="405449"/>
                </a:solidFill>
                <a:latin typeface="Nobile"/>
                <a:ea typeface="Nobile"/>
                <a:cs typeface="Nobile"/>
                <a:sym typeface="Nobile"/>
              </a:rPr>
              <a:t>Location:</a:t>
            </a:r>
            <a:r>
              <a:rPr lang="en-US" sz="900">
                <a:solidFill>
                  <a:srgbClr val="405449"/>
                </a:solidFill>
                <a:latin typeface="Nobile"/>
                <a:ea typeface="Nobile"/>
                <a:cs typeface="Nobile"/>
                <a:sym typeface="Nobile"/>
              </a:rPr>
              <a:t> New York, NY </a:t>
            </a:r>
            <a:r>
              <a:rPr lang="en-US" sz="900" b="1">
                <a:solidFill>
                  <a:srgbClr val="405449"/>
                </a:solidFill>
                <a:latin typeface="Nobile"/>
                <a:ea typeface="Nobile"/>
                <a:cs typeface="Nobile"/>
                <a:sym typeface="Nobile"/>
              </a:rPr>
              <a:t>Job:</a:t>
            </a:r>
            <a:r>
              <a:rPr lang="en-US" sz="900">
                <a:solidFill>
                  <a:srgbClr val="405449"/>
                </a:solidFill>
                <a:latin typeface="Nobile"/>
                <a:ea typeface="Nobile"/>
                <a:cs typeface="Nobile"/>
                <a:sym typeface="Nobile"/>
              </a:rPr>
              <a:t> Financial Risk Analyst </a:t>
            </a:r>
            <a:r>
              <a:rPr lang="en-US" sz="900" b="1">
                <a:solidFill>
                  <a:srgbClr val="405449"/>
                </a:solidFill>
                <a:latin typeface="Nobile"/>
                <a:ea typeface="Nobile"/>
                <a:cs typeface="Nobile"/>
                <a:sym typeface="Nobile"/>
              </a:rPr>
              <a:t>Salary:</a:t>
            </a:r>
            <a:r>
              <a:rPr lang="en-US" sz="900">
                <a:solidFill>
                  <a:srgbClr val="405449"/>
                </a:solidFill>
                <a:latin typeface="Nobile"/>
                <a:ea typeface="Nobile"/>
                <a:cs typeface="Nobile"/>
                <a:sym typeface="Nobile"/>
              </a:rPr>
              <a:t> $130K–$160K/year </a:t>
            </a:r>
            <a:r>
              <a:rPr lang="en-US" sz="900" b="1">
                <a:solidFill>
                  <a:srgbClr val="405449"/>
                </a:solidFill>
                <a:latin typeface="Nobile"/>
                <a:ea typeface="Nobile"/>
                <a:cs typeface="Nobile"/>
                <a:sym typeface="Nobile"/>
              </a:rPr>
              <a:t>Family:</a:t>
            </a:r>
            <a:r>
              <a:rPr lang="en-US" sz="900">
                <a:solidFill>
                  <a:srgbClr val="405449"/>
                </a:solidFill>
                <a:latin typeface="Nobile"/>
                <a:ea typeface="Nobile"/>
                <a:cs typeface="Nobile"/>
                <a:sym typeface="Nobile"/>
              </a:rPr>
              <a:t> Married, one child </a:t>
            </a:r>
            <a:r>
              <a:rPr lang="en-US" sz="900" b="1">
                <a:solidFill>
                  <a:srgbClr val="405449"/>
                </a:solidFill>
                <a:latin typeface="Nobile"/>
                <a:ea typeface="Nobile"/>
                <a:cs typeface="Nobile"/>
                <a:sym typeface="Nobile"/>
              </a:rPr>
              <a:t>Investment Level:</a:t>
            </a:r>
            <a:r>
              <a:rPr lang="en-US" sz="900">
                <a:solidFill>
                  <a:srgbClr val="405449"/>
                </a:solidFill>
                <a:latin typeface="Nobile"/>
                <a:ea typeface="Nobile"/>
                <a:cs typeface="Nobile"/>
                <a:sym typeface="Nobile"/>
              </a:rPr>
              <a:t> Advanced / Professional</a:t>
            </a:r>
            <a:endParaRPr sz="900">
              <a:solidFill>
                <a:schemeClr val="dk1"/>
              </a:solidFill>
              <a:latin typeface="Calibri"/>
              <a:ea typeface="Calibri"/>
              <a:cs typeface="Calibri"/>
              <a:sym typeface="Calibri"/>
            </a:endParaRPr>
          </a:p>
          <a:p>
            <a:pPr marL="0" marR="0" lvl="0" indent="0" algn="l" rtl="0">
              <a:lnSpc>
                <a:spcPct val="136000"/>
              </a:lnSpc>
              <a:spcBef>
                <a:spcPts val="0"/>
              </a:spcBef>
              <a:spcAft>
                <a:spcPts val="0"/>
              </a:spcAft>
              <a:buClr>
                <a:srgbClr val="405449"/>
              </a:buClr>
              <a:buSzPts val="781"/>
              <a:buFont typeface="Nobile"/>
              <a:buNone/>
            </a:pPr>
            <a:endParaRPr sz="900" b="1">
              <a:solidFill>
                <a:srgbClr val="405449"/>
              </a:solidFill>
              <a:latin typeface="Nobile"/>
              <a:ea typeface="Nobile"/>
              <a:cs typeface="Nobile"/>
              <a:sym typeface="Nobile"/>
            </a:endParaRPr>
          </a:p>
        </p:txBody>
      </p:sp>
      <p:sp>
        <p:nvSpPr>
          <p:cNvPr id="281" name="Google Shape;281;g39a4bb1e1bb_0_0"/>
          <p:cNvSpPr/>
          <p:nvPr/>
        </p:nvSpPr>
        <p:spPr>
          <a:xfrm>
            <a:off x="3387188" y="906810"/>
            <a:ext cx="1337100" cy="236100"/>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3B4540"/>
              </a:buClr>
              <a:buSzPts val="1044"/>
              <a:buFont typeface="Fraunces ExtraBold"/>
              <a:buNone/>
            </a:pPr>
            <a:r>
              <a:rPr lang="en-US" sz="1375" b="1">
                <a:solidFill>
                  <a:srgbClr val="3B4540"/>
                </a:solidFill>
                <a:latin typeface="Fraunces ExtraBold"/>
                <a:ea typeface="Fraunces ExtraBold"/>
                <a:cs typeface="Fraunces ExtraBold"/>
                <a:sym typeface="Fraunces ExtraBold"/>
              </a:rPr>
              <a:t>Goals</a:t>
            </a:r>
            <a:endParaRPr sz="1375">
              <a:solidFill>
                <a:schemeClr val="dk1"/>
              </a:solidFill>
              <a:latin typeface="Calibri"/>
              <a:ea typeface="Calibri"/>
              <a:cs typeface="Calibri"/>
              <a:sym typeface="Calibri"/>
            </a:endParaRPr>
          </a:p>
        </p:txBody>
      </p:sp>
      <p:sp>
        <p:nvSpPr>
          <p:cNvPr id="282" name="Google Shape;282;g39a4bb1e1bb_0_0"/>
          <p:cNvSpPr/>
          <p:nvPr/>
        </p:nvSpPr>
        <p:spPr>
          <a:xfrm>
            <a:off x="3387188" y="1227769"/>
            <a:ext cx="5619600" cy="1175700"/>
          </a:xfrm>
          <a:prstGeom prst="rect">
            <a:avLst/>
          </a:prstGeom>
          <a:noFill/>
          <a:ln>
            <a:noFill/>
          </a:ln>
        </p:spPr>
        <p:txBody>
          <a:bodyPr spcFirstLastPara="1" wrap="square" lIns="0" tIns="0" rIns="0" bIns="0" anchor="t" anchorCtr="0">
            <a:noAutofit/>
          </a:bodyPr>
          <a:lstStyle/>
          <a:p>
            <a:pPr marL="307990" lvl="0" indent="-223845" algn="l" rtl="0">
              <a:lnSpc>
                <a:spcPct val="136000"/>
              </a:lnSpc>
              <a:spcBef>
                <a:spcPts val="0"/>
              </a:spcBef>
              <a:spcAft>
                <a:spcPts val="0"/>
              </a:spcAft>
              <a:buClr>
                <a:srgbClr val="405449"/>
              </a:buClr>
              <a:buSzPts val="1100"/>
              <a:buFont typeface="Nobile"/>
              <a:buChar char="•"/>
            </a:pPr>
            <a:r>
              <a:rPr lang="en-US" sz="1100">
                <a:solidFill>
                  <a:srgbClr val="405449"/>
                </a:solidFill>
                <a:latin typeface="Nobile"/>
                <a:ea typeface="Nobile"/>
                <a:cs typeface="Nobile"/>
                <a:sym typeface="Nobile"/>
              </a:rPr>
              <a:t>Run large-scale Monte Carlo simulations</a:t>
            </a:r>
            <a:endParaRPr sz="1100">
              <a:solidFill>
                <a:schemeClr val="dk1"/>
              </a:solidFill>
              <a:latin typeface="Calibri"/>
              <a:ea typeface="Calibri"/>
              <a:cs typeface="Calibri"/>
              <a:sym typeface="Calibri"/>
            </a:endParaRPr>
          </a:p>
          <a:p>
            <a:pPr marL="307990" lvl="0" indent="-223845" algn="l" rtl="0">
              <a:lnSpc>
                <a:spcPct val="136000"/>
              </a:lnSpc>
              <a:spcBef>
                <a:spcPts val="0"/>
              </a:spcBef>
              <a:spcAft>
                <a:spcPts val="0"/>
              </a:spcAft>
              <a:buClr>
                <a:srgbClr val="405449"/>
              </a:buClr>
              <a:buSzPts val="1100"/>
              <a:buFont typeface="Nobile"/>
              <a:buChar char="•"/>
            </a:pPr>
            <a:r>
              <a:rPr lang="en-US" sz="1100">
                <a:solidFill>
                  <a:srgbClr val="405449"/>
                </a:solidFill>
                <a:latin typeface="Nobile"/>
                <a:ea typeface="Nobile"/>
                <a:cs typeface="Nobile"/>
                <a:sym typeface="Nobile"/>
              </a:rPr>
              <a:t>Identify systemic risk pathways</a:t>
            </a:r>
            <a:endParaRPr sz="1100">
              <a:solidFill>
                <a:schemeClr val="dk1"/>
              </a:solidFill>
              <a:latin typeface="Calibri"/>
              <a:ea typeface="Calibri"/>
              <a:cs typeface="Calibri"/>
              <a:sym typeface="Calibri"/>
            </a:endParaRPr>
          </a:p>
          <a:p>
            <a:pPr marL="307990" lvl="0" indent="-223845" algn="l" rtl="0">
              <a:lnSpc>
                <a:spcPct val="136000"/>
              </a:lnSpc>
              <a:spcBef>
                <a:spcPts val="0"/>
              </a:spcBef>
              <a:spcAft>
                <a:spcPts val="0"/>
              </a:spcAft>
              <a:buClr>
                <a:srgbClr val="405449"/>
              </a:buClr>
              <a:buSzPts val="1100"/>
              <a:buFont typeface="Nobile"/>
              <a:buChar char="•"/>
            </a:pPr>
            <a:r>
              <a:rPr lang="en-US" sz="1100">
                <a:solidFill>
                  <a:srgbClr val="405449"/>
                </a:solidFill>
                <a:latin typeface="Nobile"/>
                <a:ea typeface="Nobile"/>
                <a:cs typeface="Nobile"/>
                <a:sym typeface="Nobile"/>
              </a:rPr>
              <a:t>Model inter-company relationships</a:t>
            </a:r>
            <a:endParaRPr sz="1100">
              <a:solidFill>
                <a:schemeClr val="dk1"/>
              </a:solidFill>
              <a:latin typeface="Calibri"/>
              <a:ea typeface="Calibri"/>
              <a:cs typeface="Calibri"/>
              <a:sym typeface="Calibri"/>
            </a:endParaRPr>
          </a:p>
          <a:p>
            <a:pPr marL="307990" lvl="0" indent="-223845" algn="l" rtl="0">
              <a:lnSpc>
                <a:spcPct val="136000"/>
              </a:lnSpc>
              <a:spcBef>
                <a:spcPts val="0"/>
              </a:spcBef>
              <a:spcAft>
                <a:spcPts val="0"/>
              </a:spcAft>
              <a:buClr>
                <a:srgbClr val="405449"/>
              </a:buClr>
              <a:buSzPts val="1100"/>
              <a:buFont typeface="Nobile"/>
              <a:buChar char="•"/>
            </a:pPr>
            <a:r>
              <a:rPr lang="en-US" sz="1100">
                <a:solidFill>
                  <a:srgbClr val="405449"/>
                </a:solidFill>
                <a:latin typeface="Nobile"/>
                <a:ea typeface="Nobile"/>
                <a:cs typeface="Nobile"/>
                <a:sym typeface="Nobile"/>
              </a:rPr>
              <a:t>Generate client risk reports quickly</a:t>
            </a:r>
            <a:endParaRPr sz="1100">
              <a:solidFill>
                <a:schemeClr val="dk1"/>
              </a:solidFill>
              <a:latin typeface="Calibri"/>
              <a:ea typeface="Calibri"/>
              <a:cs typeface="Calibri"/>
              <a:sym typeface="Calibri"/>
            </a:endParaRPr>
          </a:p>
          <a:p>
            <a:pPr marL="307990" lvl="0" indent="-223845" algn="l" rtl="0">
              <a:lnSpc>
                <a:spcPct val="136000"/>
              </a:lnSpc>
              <a:spcBef>
                <a:spcPts val="0"/>
              </a:spcBef>
              <a:spcAft>
                <a:spcPts val="0"/>
              </a:spcAft>
              <a:buClr>
                <a:srgbClr val="405449"/>
              </a:buClr>
              <a:buSzPts val="1100"/>
              <a:buFont typeface="Nobile"/>
              <a:buChar char="•"/>
            </a:pPr>
            <a:r>
              <a:rPr lang="en-US" sz="1100">
                <a:solidFill>
                  <a:srgbClr val="405449"/>
                </a:solidFill>
                <a:latin typeface="Nobile"/>
                <a:ea typeface="Nobile"/>
                <a:cs typeface="Nobile"/>
                <a:sym typeface="Nobile"/>
              </a:rPr>
              <a:t>Improve predictive accuracy</a:t>
            </a:r>
            <a:endParaRPr sz="1100">
              <a:solidFill>
                <a:srgbClr val="405449"/>
              </a:solidFill>
              <a:latin typeface="Nobile"/>
              <a:ea typeface="Nobile"/>
              <a:cs typeface="Nobile"/>
              <a:sym typeface="Nobile"/>
            </a:endParaRPr>
          </a:p>
        </p:txBody>
      </p:sp>
      <p:sp>
        <p:nvSpPr>
          <p:cNvPr id="283" name="Google Shape;283;g39a4bb1e1bb_0_0"/>
          <p:cNvSpPr/>
          <p:nvPr/>
        </p:nvSpPr>
        <p:spPr>
          <a:xfrm>
            <a:off x="3395813" y="2400695"/>
            <a:ext cx="1337100" cy="236100"/>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3B4540"/>
              </a:buClr>
              <a:buSzPts val="1044"/>
              <a:buFont typeface="Fraunces ExtraBold"/>
              <a:buNone/>
            </a:pPr>
            <a:r>
              <a:rPr lang="en-US" sz="1375" b="1">
                <a:solidFill>
                  <a:srgbClr val="3B4540"/>
                </a:solidFill>
                <a:latin typeface="Fraunces ExtraBold"/>
                <a:ea typeface="Fraunces ExtraBold"/>
                <a:cs typeface="Fraunces ExtraBold"/>
                <a:sym typeface="Fraunces ExtraBold"/>
              </a:rPr>
              <a:t>Frustrations</a:t>
            </a:r>
            <a:endParaRPr sz="1375">
              <a:solidFill>
                <a:schemeClr val="dk1"/>
              </a:solidFill>
              <a:latin typeface="Calibri"/>
              <a:ea typeface="Calibri"/>
              <a:cs typeface="Calibri"/>
              <a:sym typeface="Calibri"/>
            </a:endParaRPr>
          </a:p>
        </p:txBody>
      </p:sp>
      <p:sp>
        <p:nvSpPr>
          <p:cNvPr id="284" name="Google Shape;284;g39a4bb1e1bb_0_0"/>
          <p:cNvSpPr/>
          <p:nvPr/>
        </p:nvSpPr>
        <p:spPr>
          <a:xfrm>
            <a:off x="3395813" y="2690732"/>
            <a:ext cx="5619600" cy="1175700"/>
          </a:xfrm>
          <a:prstGeom prst="rect">
            <a:avLst/>
          </a:prstGeom>
          <a:noFill/>
          <a:ln>
            <a:noFill/>
          </a:ln>
        </p:spPr>
        <p:txBody>
          <a:bodyPr spcFirstLastPara="1" wrap="square" lIns="0" tIns="0" rIns="0" bIns="0" anchor="t" anchorCtr="0">
            <a:noAutofit/>
          </a:bodyPr>
          <a:lstStyle/>
          <a:p>
            <a:pPr marL="307990" lvl="0" indent="-223845" algn="l" rtl="0">
              <a:lnSpc>
                <a:spcPct val="136000"/>
              </a:lnSpc>
              <a:spcBef>
                <a:spcPts val="0"/>
              </a:spcBef>
              <a:spcAft>
                <a:spcPts val="0"/>
              </a:spcAft>
              <a:buClr>
                <a:srgbClr val="405449"/>
              </a:buClr>
              <a:buSzPts val="1100"/>
              <a:buFont typeface="Nobile"/>
              <a:buChar char="•"/>
            </a:pPr>
            <a:r>
              <a:rPr lang="en-US" sz="1100">
                <a:solidFill>
                  <a:srgbClr val="405449"/>
                </a:solidFill>
                <a:latin typeface="Nobile"/>
                <a:ea typeface="Nobile"/>
                <a:cs typeface="Nobile"/>
                <a:sym typeface="Nobile"/>
              </a:rPr>
              <a:t>Manual scenario modeling is time-consuming</a:t>
            </a:r>
            <a:endParaRPr sz="1100">
              <a:solidFill>
                <a:schemeClr val="dk1"/>
              </a:solidFill>
              <a:latin typeface="Calibri"/>
              <a:ea typeface="Calibri"/>
              <a:cs typeface="Calibri"/>
              <a:sym typeface="Calibri"/>
            </a:endParaRPr>
          </a:p>
          <a:p>
            <a:pPr marL="307990" lvl="0" indent="-223845" algn="l" rtl="0">
              <a:lnSpc>
                <a:spcPct val="136000"/>
              </a:lnSpc>
              <a:spcBef>
                <a:spcPts val="0"/>
              </a:spcBef>
              <a:spcAft>
                <a:spcPts val="0"/>
              </a:spcAft>
              <a:buClr>
                <a:srgbClr val="405449"/>
              </a:buClr>
              <a:buSzPts val="1100"/>
              <a:buFont typeface="Nobile"/>
              <a:buChar char="•"/>
            </a:pPr>
            <a:r>
              <a:rPr lang="en-US" sz="1100">
                <a:solidFill>
                  <a:srgbClr val="405449"/>
                </a:solidFill>
                <a:latin typeface="Nobile"/>
                <a:ea typeface="Nobile"/>
                <a:cs typeface="Nobile"/>
                <a:sym typeface="Nobile"/>
              </a:rPr>
              <a:t>Tools lack integrated causal analysis</a:t>
            </a:r>
            <a:endParaRPr sz="1100">
              <a:solidFill>
                <a:schemeClr val="dk1"/>
              </a:solidFill>
              <a:latin typeface="Calibri"/>
              <a:ea typeface="Calibri"/>
              <a:cs typeface="Calibri"/>
              <a:sym typeface="Calibri"/>
            </a:endParaRPr>
          </a:p>
          <a:p>
            <a:pPr marL="307990" lvl="0" indent="-223845" algn="l" rtl="0">
              <a:lnSpc>
                <a:spcPct val="136000"/>
              </a:lnSpc>
              <a:spcBef>
                <a:spcPts val="0"/>
              </a:spcBef>
              <a:spcAft>
                <a:spcPts val="0"/>
              </a:spcAft>
              <a:buClr>
                <a:srgbClr val="405449"/>
              </a:buClr>
              <a:buSzPts val="1100"/>
              <a:buFont typeface="Nobile"/>
              <a:buChar char="•"/>
            </a:pPr>
            <a:r>
              <a:rPr lang="en-US" sz="1100">
                <a:solidFill>
                  <a:srgbClr val="405449"/>
                </a:solidFill>
                <a:latin typeface="Nobile"/>
                <a:ea typeface="Nobile"/>
                <a:cs typeface="Nobile"/>
                <a:sym typeface="Nobile"/>
              </a:rPr>
              <a:t>Hard to map indirect market impacts</a:t>
            </a:r>
            <a:endParaRPr sz="1100">
              <a:solidFill>
                <a:schemeClr val="dk1"/>
              </a:solidFill>
              <a:latin typeface="Calibri"/>
              <a:ea typeface="Calibri"/>
              <a:cs typeface="Calibri"/>
              <a:sym typeface="Calibri"/>
            </a:endParaRPr>
          </a:p>
          <a:p>
            <a:pPr marL="307990" lvl="0" indent="-223845" algn="l" rtl="0">
              <a:lnSpc>
                <a:spcPct val="136000"/>
              </a:lnSpc>
              <a:spcBef>
                <a:spcPts val="0"/>
              </a:spcBef>
              <a:spcAft>
                <a:spcPts val="0"/>
              </a:spcAft>
              <a:buClr>
                <a:srgbClr val="405449"/>
              </a:buClr>
              <a:buSzPts val="1100"/>
              <a:buFont typeface="Nobile"/>
              <a:buChar char="•"/>
            </a:pPr>
            <a:r>
              <a:rPr lang="en-US" sz="1100">
                <a:solidFill>
                  <a:srgbClr val="405449"/>
                </a:solidFill>
                <a:latin typeface="Nobile"/>
                <a:ea typeface="Nobile"/>
                <a:cs typeface="Nobile"/>
                <a:sym typeface="Nobile"/>
              </a:rPr>
              <a:t>Needs faster simulation turnaround</a:t>
            </a:r>
            <a:endParaRPr sz="1100">
              <a:solidFill>
                <a:schemeClr val="dk1"/>
              </a:solidFill>
              <a:latin typeface="Calibri"/>
              <a:ea typeface="Calibri"/>
              <a:cs typeface="Calibri"/>
              <a:sym typeface="Calibri"/>
            </a:endParaRPr>
          </a:p>
          <a:p>
            <a:pPr marL="307990" lvl="0" indent="-223845" algn="l" rtl="0">
              <a:lnSpc>
                <a:spcPct val="136000"/>
              </a:lnSpc>
              <a:spcBef>
                <a:spcPts val="0"/>
              </a:spcBef>
              <a:spcAft>
                <a:spcPts val="0"/>
              </a:spcAft>
              <a:buClr>
                <a:srgbClr val="405449"/>
              </a:buClr>
              <a:buSzPts val="1100"/>
              <a:buFont typeface="Nobile"/>
              <a:buChar char="•"/>
            </a:pPr>
            <a:r>
              <a:rPr lang="en-US" sz="1100">
                <a:solidFill>
                  <a:srgbClr val="405449"/>
                </a:solidFill>
                <a:latin typeface="Nobile"/>
                <a:ea typeface="Nobile"/>
                <a:cs typeface="Nobile"/>
                <a:sym typeface="Nobile"/>
              </a:rPr>
              <a:t>Limited explainability in some models</a:t>
            </a:r>
            <a:endParaRPr sz="1100">
              <a:solidFill>
                <a:srgbClr val="405449"/>
              </a:solidFill>
              <a:latin typeface="Nobile"/>
              <a:ea typeface="Nobile"/>
              <a:cs typeface="Nobile"/>
              <a:sym typeface="Nobile"/>
            </a:endParaRPr>
          </a:p>
        </p:txBody>
      </p:sp>
      <p:sp>
        <p:nvSpPr>
          <p:cNvPr id="285" name="Google Shape;285;g39a4bb1e1bb_0_0"/>
          <p:cNvSpPr/>
          <p:nvPr/>
        </p:nvSpPr>
        <p:spPr>
          <a:xfrm>
            <a:off x="3387188" y="3920346"/>
            <a:ext cx="1337100" cy="236100"/>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3B4540"/>
              </a:buClr>
              <a:buSzPts val="1044"/>
              <a:buFont typeface="Fraunces ExtraBold"/>
              <a:buNone/>
            </a:pPr>
            <a:r>
              <a:rPr lang="en-US" sz="1375" b="1">
                <a:solidFill>
                  <a:srgbClr val="3B4540"/>
                </a:solidFill>
                <a:latin typeface="Fraunces ExtraBold"/>
                <a:ea typeface="Fraunces ExtraBold"/>
                <a:cs typeface="Fraunces ExtraBold"/>
                <a:sym typeface="Fraunces ExtraBold"/>
              </a:rPr>
              <a:t>Interests</a:t>
            </a:r>
            <a:endParaRPr sz="1375">
              <a:solidFill>
                <a:schemeClr val="dk1"/>
              </a:solidFill>
              <a:latin typeface="Calibri"/>
              <a:ea typeface="Calibri"/>
              <a:cs typeface="Calibri"/>
              <a:sym typeface="Calibri"/>
            </a:endParaRPr>
          </a:p>
        </p:txBody>
      </p:sp>
      <p:sp>
        <p:nvSpPr>
          <p:cNvPr id="286" name="Google Shape;286;g39a4bb1e1bb_0_0"/>
          <p:cNvSpPr/>
          <p:nvPr/>
        </p:nvSpPr>
        <p:spPr>
          <a:xfrm>
            <a:off x="3395813" y="4210398"/>
            <a:ext cx="5619600" cy="411300"/>
          </a:xfrm>
          <a:prstGeom prst="rect">
            <a:avLst/>
          </a:prstGeom>
          <a:noFill/>
          <a:ln>
            <a:noFill/>
          </a:ln>
        </p:spPr>
        <p:txBody>
          <a:bodyPr spcFirstLastPara="1" wrap="square" lIns="0" tIns="0" rIns="0" bIns="0" anchor="t" anchorCtr="0">
            <a:noAutofit/>
          </a:bodyPr>
          <a:lstStyle/>
          <a:p>
            <a:pPr marL="0" lvl="0" indent="0" algn="l" rtl="0">
              <a:lnSpc>
                <a:spcPct val="136000"/>
              </a:lnSpc>
              <a:spcBef>
                <a:spcPts val="0"/>
              </a:spcBef>
              <a:spcAft>
                <a:spcPts val="0"/>
              </a:spcAft>
              <a:buClr>
                <a:srgbClr val="405449"/>
              </a:buClr>
              <a:buSzPts val="781"/>
              <a:buFont typeface="Nobile"/>
              <a:buNone/>
            </a:pPr>
            <a:r>
              <a:rPr lang="en-US" sz="1100">
                <a:solidFill>
                  <a:srgbClr val="405449"/>
                </a:solidFill>
                <a:latin typeface="Nobile"/>
                <a:ea typeface="Nobile"/>
                <a:cs typeface="Nobile"/>
                <a:sym typeface="Nobile"/>
              </a:rPr>
              <a:t>Risk modeling techniques • Market stress testing • Portfolio optimization • Quantitative finance • Economic indicators • Financial data visualization</a:t>
            </a:r>
            <a:endParaRPr sz="1100">
              <a:solidFill>
                <a:srgbClr val="405449"/>
              </a:solidFill>
              <a:latin typeface="Nobile"/>
              <a:ea typeface="Nobile"/>
              <a:cs typeface="Nobile"/>
              <a:sym typeface="Nobile"/>
            </a:endParaRPr>
          </a:p>
        </p:txBody>
      </p:sp>
      <p:sp>
        <p:nvSpPr>
          <p:cNvPr id="287" name="Google Shape;287;g39a4bb1e1bb_0_0"/>
          <p:cNvSpPr/>
          <p:nvPr/>
        </p:nvSpPr>
        <p:spPr>
          <a:xfrm>
            <a:off x="8026686" y="4835275"/>
            <a:ext cx="1059600" cy="270000"/>
          </a:xfrm>
          <a:prstGeom prst="rect">
            <a:avLst/>
          </a:prstGeom>
          <a:solidFill>
            <a:schemeClr val="lt1"/>
          </a:solidFill>
          <a:ln w="7950" cap="flat" cmpd="sng">
            <a:solidFill>
              <a:schemeClr val="lt1"/>
            </a:solidFill>
            <a:prstDash val="solid"/>
            <a:miter lim="800000"/>
            <a:headEnd type="none" w="sm" len="sm"/>
            <a:tailEnd type="none" w="sm" len="sm"/>
          </a:ln>
        </p:spPr>
        <p:txBody>
          <a:bodyPr spcFirstLastPara="1" wrap="square" lIns="57150" tIns="28575" rIns="57150" bIns="28575" anchor="ctr" anchorCtr="0">
            <a:noAutofit/>
          </a:bodyPr>
          <a:lstStyle/>
          <a:p>
            <a:pPr marL="0" marR="0" lvl="0" indent="0" algn="ctr" rtl="0">
              <a:spcBef>
                <a:spcPts val="0"/>
              </a:spcBef>
              <a:spcAft>
                <a:spcPts val="0"/>
              </a:spcAft>
              <a:buNone/>
            </a:pPr>
            <a:endParaRPr sz="1125">
              <a:solidFill>
                <a:schemeClr val="lt1"/>
              </a:solidFill>
              <a:latin typeface="Calibri"/>
              <a:ea typeface="Calibri"/>
              <a:cs typeface="Calibri"/>
              <a:sym typeface="Calibri"/>
            </a:endParaRPr>
          </a:p>
        </p:txBody>
      </p:sp>
      <p:pic>
        <p:nvPicPr>
          <p:cNvPr id="288" name="Google Shape;288;g39a4bb1e1bb_0_0" descr="preencoded.png"/>
          <p:cNvPicPr preferRelativeResize="0"/>
          <p:nvPr/>
        </p:nvPicPr>
        <p:blipFill rotWithShape="1">
          <a:blip r:embed="rId3">
            <a:alphaModFix/>
          </a:blip>
          <a:srcRect/>
          <a:stretch/>
        </p:blipFill>
        <p:spPr>
          <a:xfrm>
            <a:off x="816762" y="910263"/>
            <a:ext cx="2054527" cy="308176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g39a4bb1e1bb_0_16"/>
          <p:cNvSpPr/>
          <p:nvPr/>
        </p:nvSpPr>
        <p:spPr>
          <a:xfrm>
            <a:off x="496127" y="231797"/>
            <a:ext cx="4447200" cy="310200"/>
          </a:xfrm>
          <a:prstGeom prst="rect">
            <a:avLst/>
          </a:prstGeom>
          <a:noFill/>
          <a:ln>
            <a:noFill/>
          </a:ln>
        </p:spPr>
        <p:txBody>
          <a:bodyPr spcFirstLastPara="1" wrap="square" lIns="0" tIns="0" rIns="0" bIns="0" anchor="t" anchorCtr="0">
            <a:noAutofit/>
          </a:bodyPr>
          <a:lstStyle/>
          <a:p>
            <a:pPr marL="0" lvl="0" indent="0" algn="l" rtl="0">
              <a:lnSpc>
                <a:spcPct val="125757"/>
              </a:lnSpc>
              <a:spcBef>
                <a:spcPts val="0"/>
              </a:spcBef>
              <a:spcAft>
                <a:spcPts val="0"/>
              </a:spcAft>
              <a:buClr>
                <a:srgbClr val="3B4540"/>
              </a:buClr>
              <a:buSzPts val="2063"/>
              <a:buFont typeface="Fraunces ExtraBold"/>
              <a:buNone/>
            </a:pPr>
            <a:r>
              <a:rPr lang="en-US" sz="2100" b="1">
                <a:solidFill>
                  <a:srgbClr val="3B4540"/>
                </a:solidFill>
                <a:latin typeface="Fraunces ExtraBold"/>
                <a:ea typeface="Fraunces ExtraBold"/>
                <a:cs typeface="Fraunces ExtraBold"/>
                <a:sym typeface="Fraunces ExtraBold"/>
              </a:rPr>
              <a:t>User Persona 3: Carlos Ramirez</a:t>
            </a:r>
            <a:endParaRPr sz="2100" b="1">
              <a:solidFill>
                <a:srgbClr val="3B4540"/>
              </a:solidFill>
              <a:latin typeface="Fraunces ExtraBold"/>
              <a:ea typeface="Fraunces ExtraBold"/>
              <a:cs typeface="Fraunces ExtraBold"/>
              <a:sym typeface="Fraunces ExtraBold"/>
            </a:endParaRPr>
          </a:p>
        </p:txBody>
      </p:sp>
      <p:sp>
        <p:nvSpPr>
          <p:cNvPr id="295" name="Google Shape;295;g39a4bb1e1bb_0_16"/>
          <p:cNvSpPr/>
          <p:nvPr/>
        </p:nvSpPr>
        <p:spPr>
          <a:xfrm>
            <a:off x="496123" y="603938"/>
            <a:ext cx="7119300" cy="155100"/>
          </a:xfrm>
          <a:prstGeom prst="rect">
            <a:avLst/>
          </a:prstGeom>
          <a:noFill/>
          <a:ln>
            <a:noFill/>
          </a:ln>
        </p:spPr>
        <p:txBody>
          <a:bodyPr spcFirstLastPara="1" wrap="square" lIns="0" tIns="0" rIns="0" bIns="0" anchor="t" anchorCtr="0">
            <a:noAutofit/>
          </a:bodyPr>
          <a:lstStyle/>
          <a:p>
            <a:pPr marL="0" lvl="0" indent="0" algn="l" rtl="0">
              <a:lnSpc>
                <a:spcPct val="124242"/>
              </a:lnSpc>
              <a:spcBef>
                <a:spcPts val="0"/>
              </a:spcBef>
              <a:spcAft>
                <a:spcPts val="0"/>
              </a:spcAft>
              <a:buClr>
                <a:srgbClr val="3B4540"/>
              </a:buClr>
              <a:buSzPts val="1031"/>
              <a:buFont typeface="Fraunces ExtraBold"/>
              <a:buNone/>
            </a:pPr>
            <a:r>
              <a:rPr lang="en-US" b="1">
                <a:solidFill>
                  <a:srgbClr val="3B4540"/>
                </a:solidFill>
                <a:latin typeface="Fraunces ExtraBold"/>
                <a:ea typeface="Fraunces ExtraBold"/>
                <a:cs typeface="Fraunces ExtraBold"/>
                <a:sym typeface="Fraunces ExtraBold"/>
              </a:rPr>
              <a:t>Business Owner &amp; Wealth Planner</a:t>
            </a:r>
            <a:endParaRPr b="1">
              <a:solidFill>
                <a:srgbClr val="3B4540"/>
              </a:solidFill>
              <a:latin typeface="Fraunces ExtraBold"/>
              <a:ea typeface="Fraunces ExtraBold"/>
              <a:cs typeface="Fraunces ExtraBold"/>
              <a:sym typeface="Fraunces ExtraBold"/>
            </a:endParaRPr>
          </a:p>
        </p:txBody>
      </p:sp>
      <p:sp>
        <p:nvSpPr>
          <p:cNvPr id="296" name="Google Shape;296;g39a4bb1e1bb_0_16"/>
          <p:cNvSpPr/>
          <p:nvPr/>
        </p:nvSpPr>
        <p:spPr>
          <a:xfrm>
            <a:off x="496125" y="4210394"/>
            <a:ext cx="2695800" cy="763500"/>
          </a:xfrm>
          <a:prstGeom prst="rect">
            <a:avLst/>
          </a:prstGeom>
          <a:noFill/>
          <a:ln>
            <a:noFill/>
          </a:ln>
        </p:spPr>
        <p:txBody>
          <a:bodyPr spcFirstLastPara="1" wrap="square" lIns="0" tIns="0" rIns="0" bIns="0" anchor="t" anchorCtr="0">
            <a:noAutofit/>
          </a:bodyPr>
          <a:lstStyle/>
          <a:p>
            <a:pPr marL="0" lvl="0" indent="0" algn="l" rtl="0">
              <a:lnSpc>
                <a:spcPct val="142307"/>
              </a:lnSpc>
              <a:spcBef>
                <a:spcPts val="0"/>
              </a:spcBef>
              <a:spcAft>
                <a:spcPts val="0"/>
              </a:spcAft>
              <a:buClr>
                <a:srgbClr val="405449"/>
              </a:buClr>
              <a:buSzPts val="813"/>
              <a:buFont typeface="Nobile"/>
              <a:buNone/>
            </a:pPr>
            <a:r>
              <a:rPr lang="en-US" sz="900" b="1">
                <a:solidFill>
                  <a:srgbClr val="405449"/>
                </a:solidFill>
                <a:latin typeface="Nobile"/>
                <a:ea typeface="Nobile"/>
                <a:cs typeface="Nobile"/>
                <a:sym typeface="Nobile"/>
              </a:rPr>
              <a:t>Age:</a:t>
            </a:r>
            <a:r>
              <a:rPr lang="en-US" sz="900">
                <a:solidFill>
                  <a:srgbClr val="405449"/>
                </a:solidFill>
                <a:latin typeface="Nobile"/>
                <a:ea typeface="Nobile"/>
                <a:cs typeface="Nobile"/>
                <a:sym typeface="Nobile"/>
              </a:rPr>
              <a:t> 45 </a:t>
            </a:r>
            <a:r>
              <a:rPr lang="en-US" sz="900" b="1">
                <a:solidFill>
                  <a:srgbClr val="405449"/>
                </a:solidFill>
                <a:latin typeface="Nobile"/>
                <a:ea typeface="Nobile"/>
                <a:cs typeface="Nobile"/>
                <a:sym typeface="Nobile"/>
              </a:rPr>
              <a:t>Location:</a:t>
            </a:r>
            <a:r>
              <a:rPr lang="en-US" sz="900">
                <a:solidFill>
                  <a:srgbClr val="405449"/>
                </a:solidFill>
                <a:latin typeface="Nobile"/>
                <a:ea typeface="Nobile"/>
                <a:cs typeface="Nobile"/>
                <a:sym typeface="Nobile"/>
              </a:rPr>
              <a:t> Atlanta, Georgia </a:t>
            </a:r>
            <a:r>
              <a:rPr lang="en-US" sz="900" b="1">
                <a:solidFill>
                  <a:srgbClr val="405449"/>
                </a:solidFill>
                <a:latin typeface="Nobile"/>
                <a:ea typeface="Nobile"/>
                <a:cs typeface="Nobile"/>
                <a:sym typeface="Nobile"/>
              </a:rPr>
              <a:t>Job:</a:t>
            </a:r>
            <a:r>
              <a:rPr lang="en-US" sz="900">
                <a:solidFill>
                  <a:srgbClr val="405449"/>
                </a:solidFill>
                <a:latin typeface="Nobile"/>
                <a:ea typeface="Nobile"/>
                <a:cs typeface="Nobile"/>
                <a:sym typeface="Nobile"/>
              </a:rPr>
              <a:t> Small Business Owner </a:t>
            </a:r>
            <a:r>
              <a:rPr lang="en-US" sz="900" b="1">
                <a:solidFill>
                  <a:srgbClr val="405449"/>
                </a:solidFill>
                <a:latin typeface="Nobile"/>
                <a:ea typeface="Nobile"/>
                <a:cs typeface="Nobile"/>
                <a:sym typeface="Nobile"/>
              </a:rPr>
              <a:t>Salary:</a:t>
            </a:r>
            <a:r>
              <a:rPr lang="en-US" sz="900">
                <a:solidFill>
                  <a:srgbClr val="405449"/>
                </a:solidFill>
                <a:latin typeface="Nobile"/>
                <a:ea typeface="Nobile"/>
                <a:cs typeface="Nobile"/>
                <a:sym typeface="Nobile"/>
              </a:rPr>
              <a:t> $110K–$150K/year </a:t>
            </a:r>
            <a:r>
              <a:rPr lang="en-US" sz="900" b="1">
                <a:solidFill>
                  <a:srgbClr val="405449"/>
                </a:solidFill>
                <a:latin typeface="Nobile"/>
                <a:ea typeface="Nobile"/>
                <a:cs typeface="Nobile"/>
                <a:sym typeface="Nobile"/>
              </a:rPr>
              <a:t>Family:</a:t>
            </a:r>
            <a:r>
              <a:rPr lang="en-US" sz="900">
                <a:solidFill>
                  <a:srgbClr val="405449"/>
                </a:solidFill>
                <a:latin typeface="Nobile"/>
                <a:ea typeface="Nobile"/>
                <a:cs typeface="Nobile"/>
                <a:sym typeface="Nobile"/>
              </a:rPr>
              <a:t> Married </a:t>
            </a:r>
            <a:r>
              <a:rPr lang="en-US" sz="900" b="1">
                <a:solidFill>
                  <a:srgbClr val="405449"/>
                </a:solidFill>
                <a:latin typeface="Nobile"/>
                <a:ea typeface="Nobile"/>
                <a:cs typeface="Nobile"/>
                <a:sym typeface="Nobile"/>
              </a:rPr>
              <a:t>Investment Level:</a:t>
            </a:r>
            <a:r>
              <a:rPr lang="en-US" sz="900">
                <a:solidFill>
                  <a:srgbClr val="405449"/>
                </a:solidFill>
                <a:latin typeface="Nobile"/>
                <a:ea typeface="Nobile"/>
                <a:cs typeface="Nobile"/>
                <a:sym typeface="Nobile"/>
              </a:rPr>
              <a:t> Moderate Investor</a:t>
            </a:r>
            <a:endParaRPr sz="900" b="1">
              <a:solidFill>
                <a:srgbClr val="405449"/>
              </a:solidFill>
              <a:latin typeface="Nobile"/>
              <a:ea typeface="Nobile"/>
              <a:cs typeface="Nobile"/>
              <a:sym typeface="Nobile"/>
            </a:endParaRPr>
          </a:p>
        </p:txBody>
      </p:sp>
      <p:sp>
        <p:nvSpPr>
          <p:cNvPr id="297" name="Google Shape;297;g39a4bb1e1bb_0_16"/>
          <p:cNvSpPr/>
          <p:nvPr/>
        </p:nvSpPr>
        <p:spPr>
          <a:xfrm>
            <a:off x="3387188" y="906810"/>
            <a:ext cx="1337100" cy="236100"/>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3B4540"/>
              </a:buClr>
              <a:buSzPts val="1044"/>
              <a:buFont typeface="Fraunces ExtraBold"/>
              <a:buNone/>
            </a:pPr>
            <a:r>
              <a:rPr lang="en-US" sz="1375" b="1">
                <a:solidFill>
                  <a:srgbClr val="3B4540"/>
                </a:solidFill>
                <a:latin typeface="Fraunces ExtraBold"/>
                <a:ea typeface="Fraunces ExtraBold"/>
                <a:cs typeface="Fraunces ExtraBold"/>
                <a:sym typeface="Fraunces ExtraBold"/>
              </a:rPr>
              <a:t>Goals</a:t>
            </a:r>
            <a:endParaRPr sz="1375">
              <a:solidFill>
                <a:schemeClr val="dk1"/>
              </a:solidFill>
              <a:latin typeface="Calibri"/>
              <a:ea typeface="Calibri"/>
              <a:cs typeface="Calibri"/>
              <a:sym typeface="Calibri"/>
            </a:endParaRPr>
          </a:p>
        </p:txBody>
      </p:sp>
      <p:sp>
        <p:nvSpPr>
          <p:cNvPr id="298" name="Google Shape;298;g39a4bb1e1bb_0_16"/>
          <p:cNvSpPr/>
          <p:nvPr/>
        </p:nvSpPr>
        <p:spPr>
          <a:xfrm>
            <a:off x="3387188" y="1227769"/>
            <a:ext cx="5619600" cy="1175700"/>
          </a:xfrm>
          <a:prstGeom prst="rect">
            <a:avLst/>
          </a:prstGeom>
          <a:noFill/>
          <a:ln>
            <a:noFill/>
          </a:ln>
        </p:spPr>
        <p:txBody>
          <a:bodyPr spcFirstLastPara="1" wrap="square" lIns="0" tIns="0" rIns="0" bIns="0" anchor="t" anchorCtr="0">
            <a:noAutofit/>
          </a:bodyPr>
          <a:lstStyle/>
          <a:p>
            <a:pPr marL="307990" lvl="0" indent="-223845" algn="l" rtl="0">
              <a:lnSpc>
                <a:spcPct val="142307"/>
              </a:lnSpc>
              <a:spcBef>
                <a:spcPts val="0"/>
              </a:spcBef>
              <a:spcAft>
                <a:spcPts val="0"/>
              </a:spcAft>
              <a:buClr>
                <a:srgbClr val="405449"/>
              </a:buClr>
              <a:buSzPts val="1100"/>
              <a:buFont typeface="Nobile"/>
              <a:buChar char="•"/>
            </a:pPr>
            <a:r>
              <a:rPr lang="en-US" sz="1100">
                <a:solidFill>
                  <a:srgbClr val="405449"/>
                </a:solidFill>
                <a:latin typeface="Nobile"/>
                <a:ea typeface="Nobile"/>
                <a:cs typeface="Nobile"/>
                <a:sym typeface="Nobile"/>
              </a:rPr>
              <a:t>Understand event → market → portfolio impact</a:t>
            </a:r>
            <a:endParaRPr sz="1100">
              <a:solidFill>
                <a:schemeClr val="dk1"/>
              </a:solidFill>
              <a:latin typeface="Calibri"/>
              <a:ea typeface="Calibri"/>
              <a:cs typeface="Calibri"/>
              <a:sym typeface="Calibri"/>
            </a:endParaRPr>
          </a:p>
          <a:p>
            <a:pPr marL="307990" lvl="0" indent="-223845" algn="l" rtl="0">
              <a:lnSpc>
                <a:spcPct val="142307"/>
              </a:lnSpc>
              <a:spcBef>
                <a:spcPts val="0"/>
              </a:spcBef>
              <a:spcAft>
                <a:spcPts val="0"/>
              </a:spcAft>
              <a:buClr>
                <a:srgbClr val="405449"/>
              </a:buClr>
              <a:buSzPts val="1100"/>
              <a:buFont typeface="Nobile"/>
              <a:buChar char="•"/>
            </a:pPr>
            <a:r>
              <a:rPr lang="en-US" sz="1100">
                <a:solidFill>
                  <a:srgbClr val="405449"/>
                </a:solidFill>
                <a:latin typeface="Nobile"/>
                <a:ea typeface="Nobile"/>
                <a:cs typeface="Nobile"/>
                <a:sym typeface="Nobile"/>
              </a:rPr>
              <a:t>Visualize causal financial relationships</a:t>
            </a:r>
            <a:endParaRPr sz="1100">
              <a:solidFill>
                <a:schemeClr val="dk1"/>
              </a:solidFill>
              <a:latin typeface="Calibri"/>
              <a:ea typeface="Calibri"/>
              <a:cs typeface="Calibri"/>
              <a:sym typeface="Calibri"/>
            </a:endParaRPr>
          </a:p>
          <a:p>
            <a:pPr marL="307990" lvl="0" indent="-223845" algn="l" rtl="0">
              <a:lnSpc>
                <a:spcPct val="142307"/>
              </a:lnSpc>
              <a:spcBef>
                <a:spcPts val="0"/>
              </a:spcBef>
              <a:spcAft>
                <a:spcPts val="0"/>
              </a:spcAft>
              <a:buClr>
                <a:srgbClr val="405449"/>
              </a:buClr>
              <a:buSzPts val="1100"/>
              <a:buFont typeface="Nobile"/>
              <a:buChar char="•"/>
            </a:pPr>
            <a:r>
              <a:rPr lang="en-US" sz="1100">
                <a:solidFill>
                  <a:srgbClr val="405449"/>
                </a:solidFill>
                <a:latin typeface="Nobile"/>
                <a:ea typeface="Nobile"/>
                <a:cs typeface="Nobile"/>
                <a:sym typeface="Nobile"/>
              </a:rPr>
              <a:t>Stress-test business investments</a:t>
            </a:r>
            <a:endParaRPr sz="1100">
              <a:solidFill>
                <a:schemeClr val="dk1"/>
              </a:solidFill>
              <a:latin typeface="Calibri"/>
              <a:ea typeface="Calibri"/>
              <a:cs typeface="Calibri"/>
              <a:sym typeface="Calibri"/>
            </a:endParaRPr>
          </a:p>
          <a:p>
            <a:pPr marL="307990" lvl="0" indent="-223845" algn="l" rtl="0">
              <a:lnSpc>
                <a:spcPct val="142307"/>
              </a:lnSpc>
              <a:spcBef>
                <a:spcPts val="0"/>
              </a:spcBef>
              <a:spcAft>
                <a:spcPts val="0"/>
              </a:spcAft>
              <a:buClr>
                <a:srgbClr val="405449"/>
              </a:buClr>
              <a:buSzPts val="1100"/>
              <a:buFont typeface="Nobile"/>
              <a:buChar char="•"/>
            </a:pPr>
            <a:r>
              <a:rPr lang="en-US" sz="1100">
                <a:solidFill>
                  <a:srgbClr val="405449"/>
                </a:solidFill>
                <a:latin typeface="Nobile"/>
                <a:ea typeface="Nobile"/>
                <a:cs typeface="Nobile"/>
                <a:sym typeface="Nobile"/>
              </a:rPr>
              <a:t>Reduce exposure to high-risk sectors</a:t>
            </a:r>
            <a:endParaRPr sz="1100">
              <a:solidFill>
                <a:schemeClr val="dk1"/>
              </a:solidFill>
              <a:latin typeface="Calibri"/>
              <a:ea typeface="Calibri"/>
              <a:cs typeface="Calibri"/>
              <a:sym typeface="Calibri"/>
            </a:endParaRPr>
          </a:p>
          <a:p>
            <a:pPr marL="307990" lvl="0" indent="-223845" algn="l" rtl="0">
              <a:lnSpc>
                <a:spcPct val="142307"/>
              </a:lnSpc>
              <a:spcBef>
                <a:spcPts val="0"/>
              </a:spcBef>
              <a:spcAft>
                <a:spcPts val="0"/>
              </a:spcAft>
              <a:buClr>
                <a:srgbClr val="405449"/>
              </a:buClr>
              <a:buSzPts val="1100"/>
              <a:buFont typeface="Nobile"/>
              <a:buChar char="•"/>
            </a:pPr>
            <a:r>
              <a:rPr lang="en-US" sz="1100">
                <a:solidFill>
                  <a:srgbClr val="405449"/>
                </a:solidFill>
                <a:latin typeface="Nobile"/>
                <a:ea typeface="Nobile"/>
                <a:cs typeface="Nobile"/>
                <a:sym typeface="Nobile"/>
              </a:rPr>
              <a:t>Make resilient investment plans</a:t>
            </a:r>
            <a:endParaRPr sz="1100">
              <a:solidFill>
                <a:srgbClr val="405449"/>
              </a:solidFill>
              <a:latin typeface="Nobile"/>
              <a:ea typeface="Nobile"/>
              <a:cs typeface="Nobile"/>
              <a:sym typeface="Nobile"/>
            </a:endParaRPr>
          </a:p>
        </p:txBody>
      </p:sp>
      <p:sp>
        <p:nvSpPr>
          <p:cNvPr id="299" name="Google Shape;299;g39a4bb1e1bb_0_16"/>
          <p:cNvSpPr/>
          <p:nvPr/>
        </p:nvSpPr>
        <p:spPr>
          <a:xfrm>
            <a:off x="3395813" y="2400695"/>
            <a:ext cx="1337100" cy="236100"/>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3B4540"/>
              </a:buClr>
              <a:buSzPts val="1044"/>
              <a:buFont typeface="Fraunces ExtraBold"/>
              <a:buNone/>
            </a:pPr>
            <a:r>
              <a:rPr lang="en-US" sz="1375" b="1">
                <a:solidFill>
                  <a:srgbClr val="3B4540"/>
                </a:solidFill>
                <a:latin typeface="Fraunces ExtraBold"/>
                <a:ea typeface="Fraunces ExtraBold"/>
                <a:cs typeface="Fraunces ExtraBold"/>
                <a:sym typeface="Fraunces ExtraBold"/>
              </a:rPr>
              <a:t>Frustrations</a:t>
            </a:r>
            <a:endParaRPr sz="1375">
              <a:solidFill>
                <a:schemeClr val="dk1"/>
              </a:solidFill>
              <a:latin typeface="Calibri"/>
              <a:ea typeface="Calibri"/>
              <a:cs typeface="Calibri"/>
              <a:sym typeface="Calibri"/>
            </a:endParaRPr>
          </a:p>
        </p:txBody>
      </p:sp>
      <p:sp>
        <p:nvSpPr>
          <p:cNvPr id="300" name="Google Shape;300;g39a4bb1e1bb_0_16"/>
          <p:cNvSpPr/>
          <p:nvPr/>
        </p:nvSpPr>
        <p:spPr>
          <a:xfrm>
            <a:off x="3395813" y="2690732"/>
            <a:ext cx="5619600" cy="1175700"/>
          </a:xfrm>
          <a:prstGeom prst="rect">
            <a:avLst/>
          </a:prstGeom>
          <a:noFill/>
          <a:ln>
            <a:noFill/>
          </a:ln>
        </p:spPr>
        <p:txBody>
          <a:bodyPr spcFirstLastPara="1" wrap="square" lIns="0" tIns="0" rIns="0" bIns="0" anchor="t" anchorCtr="0">
            <a:noAutofit/>
          </a:bodyPr>
          <a:lstStyle/>
          <a:p>
            <a:pPr marL="307990" lvl="0" indent="-223845" algn="l" rtl="0">
              <a:lnSpc>
                <a:spcPct val="142307"/>
              </a:lnSpc>
              <a:spcBef>
                <a:spcPts val="0"/>
              </a:spcBef>
              <a:spcAft>
                <a:spcPts val="0"/>
              </a:spcAft>
              <a:buClr>
                <a:srgbClr val="405449"/>
              </a:buClr>
              <a:buSzPts val="1100"/>
              <a:buFont typeface="Nobile"/>
              <a:buChar char="•"/>
            </a:pPr>
            <a:r>
              <a:rPr lang="en-US" sz="1100">
                <a:solidFill>
                  <a:srgbClr val="405449"/>
                </a:solidFill>
                <a:latin typeface="Nobile"/>
                <a:ea typeface="Nobile"/>
                <a:cs typeface="Nobile"/>
                <a:sym typeface="Nobile"/>
              </a:rPr>
              <a:t>Unsure how world events affect investments</a:t>
            </a:r>
            <a:endParaRPr sz="1100">
              <a:solidFill>
                <a:schemeClr val="dk1"/>
              </a:solidFill>
              <a:latin typeface="Calibri"/>
              <a:ea typeface="Calibri"/>
              <a:cs typeface="Calibri"/>
              <a:sym typeface="Calibri"/>
            </a:endParaRPr>
          </a:p>
          <a:p>
            <a:pPr marL="307990" lvl="0" indent="-223845" algn="l" rtl="0">
              <a:lnSpc>
                <a:spcPct val="142307"/>
              </a:lnSpc>
              <a:spcBef>
                <a:spcPts val="0"/>
              </a:spcBef>
              <a:spcAft>
                <a:spcPts val="0"/>
              </a:spcAft>
              <a:buClr>
                <a:srgbClr val="405449"/>
              </a:buClr>
              <a:buSzPts val="1100"/>
              <a:buFont typeface="Nobile"/>
              <a:buChar char="•"/>
            </a:pPr>
            <a:r>
              <a:rPr lang="en-US" sz="1100">
                <a:solidFill>
                  <a:srgbClr val="405449"/>
                </a:solidFill>
                <a:latin typeface="Nobile"/>
                <a:ea typeface="Nobile"/>
                <a:cs typeface="Nobile"/>
                <a:sym typeface="Nobile"/>
              </a:rPr>
              <a:t>No clear impact chain visibility</a:t>
            </a:r>
            <a:endParaRPr sz="1100">
              <a:solidFill>
                <a:schemeClr val="dk1"/>
              </a:solidFill>
              <a:latin typeface="Calibri"/>
              <a:ea typeface="Calibri"/>
              <a:cs typeface="Calibri"/>
              <a:sym typeface="Calibri"/>
            </a:endParaRPr>
          </a:p>
          <a:p>
            <a:pPr marL="307990" lvl="0" indent="-223845" algn="l" rtl="0">
              <a:lnSpc>
                <a:spcPct val="142307"/>
              </a:lnSpc>
              <a:spcBef>
                <a:spcPts val="0"/>
              </a:spcBef>
              <a:spcAft>
                <a:spcPts val="0"/>
              </a:spcAft>
              <a:buClr>
                <a:srgbClr val="405449"/>
              </a:buClr>
              <a:buSzPts val="1100"/>
              <a:buFont typeface="Nobile"/>
              <a:buChar char="•"/>
            </a:pPr>
            <a:r>
              <a:rPr lang="en-US" sz="1100">
                <a:solidFill>
                  <a:srgbClr val="405449"/>
                </a:solidFill>
                <a:latin typeface="Nobile"/>
                <a:ea typeface="Nobile"/>
                <a:cs typeface="Nobile"/>
                <a:sym typeface="Nobile"/>
              </a:rPr>
              <a:t>Market shocks feel unpredictable</a:t>
            </a:r>
            <a:endParaRPr sz="1100">
              <a:solidFill>
                <a:schemeClr val="dk1"/>
              </a:solidFill>
              <a:latin typeface="Calibri"/>
              <a:ea typeface="Calibri"/>
              <a:cs typeface="Calibri"/>
              <a:sym typeface="Calibri"/>
            </a:endParaRPr>
          </a:p>
          <a:p>
            <a:pPr marL="307990" lvl="0" indent="-223845" algn="l" rtl="0">
              <a:lnSpc>
                <a:spcPct val="142307"/>
              </a:lnSpc>
              <a:spcBef>
                <a:spcPts val="0"/>
              </a:spcBef>
              <a:spcAft>
                <a:spcPts val="0"/>
              </a:spcAft>
              <a:buClr>
                <a:srgbClr val="405449"/>
              </a:buClr>
              <a:buSzPts val="1100"/>
              <a:buFont typeface="Nobile"/>
              <a:buChar char="•"/>
            </a:pPr>
            <a:r>
              <a:rPr lang="en-US" sz="1100">
                <a:solidFill>
                  <a:srgbClr val="405449"/>
                </a:solidFill>
                <a:latin typeface="Nobile"/>
                <a:ea typeface="Nobile"/>
                <a:cs typeface="Nobile"/>
                <a:sym typeface="Nobile"/>
              </a:rPr>
              <a:t>Hard to evaluate sector dependencies</a:t>
            </a:r>
            <a:endParaRPr sz="1100">
              <a:solidFill>
                <a:schemeClr val="dk1"/>
              </a:solidFill>
              <a:latin typeface="Calibri"/>
              <a:ea typeface="Calibri"/>
              <a:cs typeface="Calibri"/>
              <a:sym typeface="Calibri"/>
            </a:endParaRPr>
          </a:p>
          <a:p>
            <a:pPr marL="307990" lvl="0" indent="-223845" algn="l" rtl="0">
              <a:lnSpc>
                <a:spcPct val="142307"/>
              </a:lnSpc>
              <a:spcBef>
                <a:spcPts val="0"/>
              </a:spcBef>
              <a:spcAft>
                <a:spcPts val="0"/>
              </a:spcAft>
              <a:buClr>
                <a:srgbClr val="405449"/>
              </a:buClr>
              <a:buSzPts val="1100"/>
              <a:buFont typeface="Nobile"/>
              <a:buChar char="•"/>
            </a:pPr>
            <a:r>
              <a:rPr lang="en-US" sz="1100">
                <a:solidFill>
                  <a:srgbClr val="405449"/>
                </a:solidFill>
                <a:latin typeface="Nobile"/>
                <a:ea typeface="Nobile"/>
                <a:cs typeface="Nobile"/>
                <a:sym typeface="Nobile"/>
              </a:rPr>
              <a:t>Lacks scenario-based planning tools</a:t>
            </a:r>
            <a:endParaRPr sz="1100">
              <a:solidFill>
                <a:srgbClr val="405449"/>
              </a:solidFill>
              <a:latin typeface="Nobile"/>
              <a:ea typeface="Nobile"/>
              <a:cs typeface="Nobile"/>
              <a:sym typeface="Nobile"/>
            </a:endParaRPr>
          </a:p>
        </p:txBody>
      </p:sp>
      <p:sp>
        <p:nvSpPr>
          <p:cNvPr id="301" name="Google Shape;301;g39a4bb1e1bb_0_16"/>
          <p:cNvSpPr/>
          <p:nvPr/>
        </p:nvSpPr>
        <p:spPr>
          <a:xfrm>
            <a:off x="3387188" y="3920346"/>
            <a:ext cx="1337100" cy="236100"/>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3B4540"/>
              </a:buClr>
              <a:buSzPts val="1044"/>
              <a:buFont typeface="Fraunces ExtraBold"/>
              <a:buNone/>
            </a:pPr>
            <a:r>
              <a:rPr lang="en-US" sz="1375" b="1">
                <a:solidFill>
                  <a:srgbClr val="3B4540"/>
                </a:solidFill>
                <a:latin typeface="Fraunces ExtraBold"/>
                <a:ea typeface="Fraunces ExtraBold"/>
                <a:cs typeface="Fraunces ExtraBold"/>
                <a:sym typeface="Fraunces ExtraBold"/>
              </a:rPr>
              <a:t>Interests</a:t>
            </a:r>
            <a:endParaRPr sz="1375">
              <a:solidFill>
                <a:schemeClr val="dk1"/>
              </a:solidFill>
              <a:latin typeface="Calibri"/>
              <a:ea typeface="Calibri"/>
              <a:cs typeface="Calibri"/>
              <a:sym typeface="Calibri"/>
            </a:endParaRPr>
          </a:p>
        </p:txBody>
      </p:sp>
      <p:sp>
        <p:nvSpPr>
          <p:cNvPr id="302" name="Google Shape;302;g39a4bb1e1bb_0_16"/>
          <p:cNvSpPr/>
          <p:nvPr/>
        </p:nvSpPr>
        <p:spPr>
          <a:xfrm>
            <a:off x="3395813" y="4210398"/>
            <a:ext cx="5619600" cy="411300"/>
          </a:xfrm>
          <a:prstGeom prst="rect">
            <a:avLst/>
          </a:prstGeom>
          <a:noFill/>
          <a:ln>
            <a:noFill/>
          </a:ln>
        </p:spPr>
        <p:txBody>
          <a:bodyPr spcFirstLastPara="1" wrap="square" lIns="0" tIns="0" rIns="0" bIns="0" anchor="t" anchorCtr="0">
            <a:noAutofit/>
          </a:bodyPr>
          <a:lstStyle/>
          <a:p>
            <a:pPr marL="0" lvl="0" indent="0" algn="l" rtl="0">
              <a:lnSpc>
                <a:spcPct val="142307"/>
              </a:lnSpc>
              <a:spcBef>
                <a:spcPts val="0"/>
              </a:spcBef>
              <a:spcAft>
                <a:spcPts val="0"/>
              </a:spcAft>
              <a:buClr>
                <a:srgbClr val="405449"/>
              </a:buClr>
              <a:buSzPts val="813"/>
              <a:buFont typeface="Nobile"/>
              <a:buNone/>
            </a:pPr>
            <a:r>
              <a:rPr lang="en-US" sz="1100">
                <a:solidFill>
                  <a:srgbClr val="405449"/>
                </a:solidFill>
                <a:latin typeface="Nobile"/>
                <a:ea typeface="Nobile"/>
                <a:cs typeface="Nobile"/>
                <a:sym typeface="Nobile"/>
              </a:rPr>
              <a:t>Business growth strategy • Market and sector trends • Supply chain news • Financial planning tools • Diversified investments • Economic forecasts</a:t>
            </a:r>
            <a:endParaRPr sz="1100">
              <a:solidFill>
                <a:srgbClr val="405449"/>
              </a:solidFill>
              <a:latin typeface="Nobile"/>
              <a:ea typeface="Nobile"/>
              <a:cs typeface="Nobile"/>
              <a:sym typeface="Nobile"/>
            </a:endParaRPr>
          </a:p>
        </p:txBody>
      </p:sp>
      <p:sp>
        <p:nvSpPr>
          <p:cNvPr id="303" name="Google Shape;303;g39a4bb1e1bb_0_16"/>
          <p:cNvSpPr/>
          <p:nvPr/>
        </p:nvSpPr>
        <p:spPr>
          <a:xfrm>
            <a:off x="8026686" y="4835275"/>
            <a:ext cx="1059600" cy="270000"/>
          </a:xfrm>
          <a:prstGeom prst="rect">
            <a:avLst/>
          </a:prstGeom>
          <a:solidFill>
            <a:schemeClr val="lt1"/>
          </a:solidFill>
          <a:ln w="7950" cap="flat" cmpd="sng">
            <a:solidFill>
              <a:schemeClr val="lt1"/>
            </a:solidFill>
            <a:prstDash val="solid"/>
            <a:miter lim="800000"/>
            <a:headEnd type="none" w="sm" len="sm"/>
            <a:tailEnd type="none" w="sm" len="sm"/>
          </a:ln>
        </p:spPr>
        <p:txBody>
          <a:bodyPr spcFirstLastPara="1" wrap="square" lIns="57150" tIns="28575" rIns="57150" bIns="28575" anchor="ctr" anchorCtr="0">
            <a:noAutofit/>
          </a:bodyPr>
          <a:lstStyle/>
          <a:p>
            <a:pPr marL="0" marR="0" lvl="0" indent="0" algn="ctr" rtl="0">
              <a:spcBef>
                <a:spcPts val="0"/>
              </a:spcBef>
              <a:spcAft>
                <a:spcPts val="0"/>
              </a:spcAft>
              <a:buNone/>
            </a:pPr>
            <a:endParaRPr sz="1125">
              <a:solidFill>
                <a:schemeClr val="lt1"/>
              </a:solidFill>
              <a:latin typeface="Calibri"/>
              <a:ea typeface="Calibri"/>
              <a:cs typeface="Calibri"/>
              <a:sym typeface="Calibri"/>
            </a:endParaRPr>
          </a:p>
        </p:txBody>
      </p:sp>
      <p:pic>
        <p:nvPicPr>
          <p:cNvPr id="304" name="Google Shape;304;g39a4bb1e1bb_0_16" descr="preencoded.png"/>
          <p:cNvPicPr preferRelativeResize="0"/>
          <p:nvPr/>
        </p:nvPicPr>
        <p:blipFill rotWithShape="1">
          <a:blip r:embed="rId3">
            <a:alphaModFix/>
          </a:blip>
          <a:srcRect/>
          <a:stretch/>
        </p:blipFill>
        <p:spPr>
          <a:xfrm>
            <a:off x="778550" y="920588"/>
            <a:ext cx="2130941" cy="319633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11"/>
          <p:cNvSpPr/>
          <p:nvPr/>
        </p:nvSpPr>
        <p:spPr>
          <a:xfrm>
            <a:off x="359381" y="363136"/>
            <a:ext cx="5199000" cy="420900"/>
          </a:xfrm>
          <a:prstGeom prst="rect">
            <a:avLst/>
          </a:prstGeom>
          <a:noFill/>
          <a:ln>
            <a:noFill/>
          </a:ln>
        </p:spPr>
        <p:txBody>
          <a:bodyPr spcFirstLastPara="1" wrap="square" lIns="0" tIns="0" rIns="0" bIns="0" anchor="t" anchorCtr="0">
            <a:noAutofit/>
          </a:bodyPr>
          <a:lstStyle/>
          <a:p>
            <a:pPr marL="0" marR="0" lvl="0" indent="0" algn="l" rtl="0">
              <a:lnSpc>
                <a:spcPct val="126190"/>
              </a:lnSpc>
              <a:spcBef>
                <a:spcPts val="0"/>
              </a:spcBef>
              <a:spcAft>
                <a:spcPts val="0"/>
              </a:spcAft>
              <a:buClr>
                <a:srgbClr val="3B4540"/>
              </a:buClr>
              <a:buSzPts val="2625"/>
              <a:buFont typeface="Fraunces ExtraBold"/>
              <a:buNone/>
            </a:pPr>
            <a:r>
              <a:rPr lang="en-US" sz="2625" b="1">
                <a:solidFill>
                  <a:srgbClr val="405449"/>
                </a:solidFill>
                <a:latin typeface="Fraunces ExtraBold"/>
                <a:ea typeface="Fraunces ExtraBold"/>
                <a:cs typeface="Fraunces ExtraBold"/>
                <a:sym typeface="Fraunces ExtraBold"/>
              </a:rPr>
              <a:t>Minimal Viable Product (MVP)</a:t>
            </a:r>
            <a:endParaRPr sz="2625">
              <a:solidFill>
                <a:srgbClr val="405449"/>
              </a:solidFill>
              <a:latin typeface="Calibri"/>
              <a:ea typeface="Calibri"/>
              <a:cs typeface="Calibri"/>
              <a:sym typeface="Calibri"/>
            </a:endParaRPr>
          </a:p>
        </p:txBody>
      </p:sp>
      <p:sp>
        <p:nvSpPr>
          <p:cNvPr id="311" name="Google Shape;311;p11"/>
          <p:cNvSpPr/>
          <p:nvPr/>
        </p:nvSpPr>
        <p:spPr>
          <a:xfrm>
            <a:off x="8001000" y="4841697"/>
            <a:ext cx="1098000" cy="224700"/>
          </a:xfrm>
          <a:prstGeom prst="rect">
            <a:avLst/>
          </a:prstGeom>
          <a:solidFill>
            <a:schemeClr val="lt1"/>
          </a:solidFill>
          <a:ln w="7950" cap="flat" cmpd="sng">
            <a:solidFill>
              <a:schemeClr val="lt1"/>
            </a:solidFill>
            <a:prstDash val="solid"/>
            <a:miter lim="800000"/>
            <a:headEnd type="none" w="sm" len="sm"/>
            <a:tailEnd type="none" w="sm" len="sm"/>
          </a:ln>
        </p:spPr>
        <p:txBody>
          <a:bodyPr spcFirstLastPara="1" wrap="square" lIns="57150" tIns="28575" rIns="57150" bIns="28575" anchor="ctr" anchorCtr="0">
            <a:noAutofit/>
          </a:bodyPr>
          <a:lstStyle/>
          <a:p>
            <a:pPr marL="0" marR="0" lvl="0" indent="0" algn="ctr" rtl="0">
              <a:spcBef>
                <a:spcPts val="0"/>
              </a:spcBef>
              <a:spcAft>
                <a:spcPts val="0"/>
              </a:spcAft>
              <a:buNone/>
            </a:pPr>
            <a:endParaRPr sz="1125">
              <a:solidFill>
                <a:schemeClr val="lt1"/>
              </a:solidFill>
              <a:latin typeface="Calibri"/>
              <a:ea typeface="Calibri"/>
              <a:cs typeface="Calibri"/>
              <a:sym typeface="Calibri"/>
            </a:endParaRPr>
          </a:p>
        </p:txBody>
      </p:sp>
      <p:sp>
        <p:nvSpPr>
          <p:cNvPr id="312" name="Google Shape;312;p11"/>
          <p:cNvSpPr/>
          <p:nvPr/>
        </p:nvSpPr>
        <p:spPr>
          <a:xfrm>
            <a:off x="359369" y="1090241"/>
            <a:ext cx="318900" cy="318900"/>
          </a:xfrm>
          <a:prstGeom prst="roundRect">
            <a:avLst>
              <a:gd name="adj" fmla="val 40005"/>
            </a:avLst>
          </a:prstGeom>
          <a:solidFill>
            <a:srgbClr val="E8F3E8"/>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313" name="Google Shape;313;p11"/>
          <p:cNvSpPr/>
          <p:nvPr/>
        </p:nvSpPr>
        <p:spPr>
          <a:xfrm>
            <a:off x="820082" y="1138900"/>
            <a:ext cx="3836100" cy="2247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405449"/>
              </a:buClr>
              <a:buSzPts val="1375"/>
              <a:buFont typeface="Fraunces ExtraBold"/>
              <a:buNone/>
            </a:pPr>
            <a:r>
              <a:rPr lang="en-US" sz="1375" b="1">
                <a:solidFill>
                  <a:srgbClr val="405449"/>
                </a:solidFill>
                <a:latin typeface="Fraunces ExtraBold"/>
                <a:ea typeface="Fraunces ExtraBold"/>
                <a:cs typeface="Fraunces ExtraBold"/>
                <a:sym typeface="Fraunces ExtraBold"/>
              </a:rPr>
              <a:t>Alternative Data Engine</a:t>
            </a:r>
            <a:endParaRPr sz="1375">
              <a:solidFill>
                <a:schemeClr val="dk1"/>
              </a:solidFill>
              <a:latin typeface="Calibri"/>
              <a:ea typeface="Calibri"/>
              <a:cs typeface="Calibri"/>
              <a:sym typeface="Calibri"/>
            </a:endParaRPr>
          </a:p>
        </p:txBody>
      </p:sp>
      <p:sp>
        <p:nvSpPr>
          <p:cNvPr id="314" name="Google Shape;314;p11"/>
          <p:cNvSpPr/>
          <p:nvPr/>
        </p:nvSpPr>
        <p:spPr>
          <a:xfrm>
            <a:off x="820125" y="1430275"/>
            <a:ext cx="5011800" cy="11076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094">
                <a:solidFill>
                  <a:srgbClr val="405449"/>
                </a:solidFill>
                <a:latin typeface="Nobile"/>
                <a:ea typeface="Nobile"/>
                <a:cs typeface="Nobile"/>
                <a:sym typeface="Nobile"/>
              </a:rPr>
              <a:t>Modern investment platforms often alert investors only after stock prices change, which can cause early warning signals to be missed.</a:t>
            </a:r>
            <a:endParaRPr sz="1094">
              <a:solidFill>
                <a:srgbClr val="405449"/>
              </a:solidFill>
              <a:latin typeface="Nobile"/>
              <a:ea typeface="Nobile"/>
              <a:cs typeface="Nobile"/>
              <a:sym typeface="Nobile"/>
            </a:endParaRPr>
          </a:p>
          <a:p>
            <a:pPr marL="0" lvl="0" indent="0" algn="l" rtl="0">
              <a:lnSpc>
                <a:spcPct val="115000"/>
              </a:lnSpc>
              <a:spcBef>
                <a:spcPts val="1200"/>
              </a:spcBef>
              <a:spcAft>
                <a:spcPts val="0"/>
              </a:spcAft>
              <a:buClr>
                <a:schemeClr val="dk1"/>
              </a:buClr>
              <a:buSzPts val="1100"/>
              <a:buFont typeface="Arial"/>
              <a:buNone/>
            </a:pPr>
            <a:r>
              <a:rPr lang="en-US" sz="1094">
                <a:solidFill>
                  <a:srgbClr val="405449"/>
                </a:solidFill>
                <a:latin typeface="Nobile"/>
                <a:ea typeface="Nobile"/>
                <a:cs typeface="Nobile"/>
                <a:sym typeface="Nobile"/>
              </a:rPr>
              <a:t>Ripple Wealth detects external risk signals from news, weather, supply-chain disruptions, and labor events using keyword filtering and NLP.</a:t>
            </a:r>
            <a:endParaRPr sz="1094">
              <a:solidFill>
                <a:srgbClr val="405449"/>
              </a:solidFill>
              <a:latin typeface="Nobile"/>
              <a:ea typeface="Nobile"/>
              <a:cs typeface="Nobile"/>
              <a:sym typeface="Nobile"/>
            </a:endParaRPr>
          </a:p>
          <a:p>
            <a:pPr marL="0" marR="0" lvl="0" indent="0" algn="just" rtl="0">
              <a:lnSpc>
                <a:spcPct val="162857"/>
              </a:lnSpc>
              <a:spcBef>
                <a:spcPts val="1200"/>
              </a:spcBef>
              <a:spcAft>
                <a:spcPts val="0"/>
              </a:spcAft>
              <a:buClr>
                <a:srgbClr val="405449"/>
              </a:buClr>
              <a:buSzPts val="1094"/>
              <a:buFont typeface="Nobile"/>
              <a:buNone/>
            </a:pPr>
            <a:endParaRPr sz="1094">
              <a:solidFill>
                <a:srgbClr val="405449"/>
              </a:solidFill>
              <a:latin typeface="Nobile"/>
              <a:ea typeface="Nobile"/>
              <a:cs typeface="Nobile"/>
              <a:sym typeface="Nobile"/>
            </a:endParaRPr>
          </a:p>
        </p:txBody>
      </p:sp>
      <p:sp>
        <p:nvSpPr>
          <p:cNvPr id="315" name="Google Shape;315;p11"/>
          <p:cNvSpPr/>
          <p:nvPr/>
        </p:nvSpPr>
        <p:spPr>
          <a:xfrm>
            <a:off x="359369" y="2537714"/>
            <a:ext cx="318900" cy="318900"/>
          </a:xfrm>
          <a:prstGeom prst="roundRect">
            <a:avLst>
              <a:gd name="adj" fmla="val 40005"/>
            </a:avLst>
          </a:prstGeom>
          <a:solidFill>
            <a:srgbClr val="E8F3E8"/>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316" name="Google Shape;316;p11"/>
          <p:cNvSpPr/>
          <p:nvPr/>
        </p:nvSpPr>
        <p:spPr>
          <a:xfrm>
            <a:off x="820078" y="2586375"/>
            <a:ext cx="2637900" cy="2214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405449"/>
              </a:buClr>
              <a:buSzPts val="1375"/>
              <a:buFont typeface="Fraunces ExtraBold"/>
              <a:buNone/>
            </a:pPr>
            <a:r>
              <a:rPr lang="en-US" sz="1375" b="1">
                <a:solidFill>
                  <a:srgbClr val="405449"/>
                </a:solidFill>
                <a:latin typeface="Fraunces ExtraBold"/>
                <a:ea typeface="Fraunces ExtraBold"/>
                <a:cs typeface="Fraunces ExtraBold"/>
                <a:sym typeface="Fraunces ExtraBold"/>
              </a:rPr>
              <a:t>Portfolio Risk Dashboard</a:t>
            </a:r>
            <a:endParaRPr sz="1375">
              <a:solidFill>
                <a:schemeClr val="dk1"/>
              </a:solidFill>
              <a:latin typeface="Calibri"/>
              <a:ea typeface="Calibri"/>
              <a:cs typeface="Calibri"/>
              <a:sym typeface="Calibri"/>
            </a:endParaRPr>
          </a:p>
        </p:txBody>
      </p:sp>
      <p:sp>
        <p:nvSpPr>
          <p:cNvPr id="317" name="Google Shape;317;p11"/>
          <p:cNvSpPr/>
          <p:nvPr/>
        </p:nvSpPr>
        <p:spPr>
          <a:xfrm>
            <a:off x="820077" y="2892900"/>
            <a:ext cx="5011800" cy="680400"/>
          </a:xfrm>
          <a:prstGeom prst="rect">
            <a:avLst/>
          </a:prstGeom>
          <a:noFill/>
          <a:ln>
            <a:noFill/>
          </a:ln>
        </p:spPr>
        <p:txBody>
          <a:bodyPr spcFirstLastPara="1" wrap="square" lIns="0" tIns="0" rIns="0" bIns="0" anchor="t" anchorCtr="0">
            <a:noAutofit/>
          </a:bodyPr>
          <a:lstStyle/>
          <a:p>
            <a:pPr marL="0" marR="0" lvl="0" indent="0" algn="just" rtl="0">
              <a:lnSpc>
                <a:spcPct val="162857"/>
              </a:lnSpc>
              <a:spcBef>
                <a:spcPts val="0"/>
              </a:spcBef>
              <a:spcAft>
                <a:spcPts val="0"/>
              </a:spcAft>
              <a:buClr>
                <a:srgbClr val="405449"/>
              </a:buClr>
              <a:buSzPts val="1094"/>
              <a:buFont typeface="Nobile"/>
              <a:buNone/>
            </a:pPr>
            <a:r>
              <a:rPr lang="en-US" sz="1094">
                <a:solidFill>
                  <a:srgbClr val="405449"/>
                </a:solidFill>
                <a:latin typeface="Nobile"/>
                <a:ea typeface="Nobile"/>
                <a:cs typeface="Nobile"/>
                <a:sym typeface="Nobile"/>
              </a:rPr>
              <a:t>Displays Value-at-Risk, portfolio risk scores, and scenario-based analysis using Monte Carlo simulation.</a:t>
            </a:r>
            <a:endParaRPr sz="1094">
              <a:solidFill>
                <a:schemeClr val="dk1"/>
              </a:solidFill>
              <a:latin typeface="Calibri"/>
              <a:ea typeface="Calibri"/>
              <a:cs typeface="Calibri"/>
              <a:sym typeface="Calibri"/>
            </a:endParaRPr>
          </a:p>
        </p:txBody>
      </p:sp>
      <p:sp>
        <p:nvSpPr>
          <p:cNvPr id="318" name="Google Shape;318;p11"/>
          <p:cNvSpPr/>
          <p:nvPr/>
        </p:nvSpPr>
        <p:spPr>
          <a:xfrm>
            <a:off x="359369" y="3501703"/>
            <a:ext cx="318900" cy="318900"/>
          </a:xfrm>
          <a:prstGeom prst="roundRect">
            <a:avLst>
              <a:gd name="adj" fmla="val 40005"/>
            </a:avLst>
          </a:prstGeom>
          <a:solidFill>
            <a:srgbClr val="E8F3E8"/>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319" name="Google Shape;319;p11"/>
          <p:cNvSpPr/>
          <p:nvPr/>
        </p:nvSpPr>
        <p:spPr>
          <a:xfrm>
            <a:off x="820066" y="3550369"/>
            <a:ext cx="2395800" cy="2214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405449"/>
              </a:buClr>
              <a:buSzPts val="1375"/>
              <a:buFont typeface="Fraunces ExtraBold"/>
              <a:buNone/>
            </a:pPr>
            <a:r>
              <a:rPr lang="en-US" sz="1375" b="1">
                <a:solidFill>
                  <a:srgbClr val="405449"/>
                </a:solidFill>
                <a:latin typeface="Fraunces ExtraBold"/>
                <a:ea typeface="Fraunces ExtraBold"/>
                <a:cs typeface="Fraunces ExtraBold"/>
                <a:sym typeface="Fraunces ExtraBold"/>
              </a:rPr>
              <a:t>Explainable Insights</a:t>
            </a:r>
            <a:endParaRPr sz="1375">
              <a:solidFill>
                <a:schemeClr val="dk1"/>
              </a:solidFill>
              <a:latin typeface="Calibri"/>
              <a:ea typeface="Calibri"/>
              <a:cs typeface="Calibri"/>
              <a:sym typeface="Calibri"/>
            </a:endParaRPr>
          </a:p>
        </p:txBody>
      </p:sp>
      <p:sp>
        <p:nvSpPr>
          <p:cNvPr id="320" name="Google Shape;320;p11"/>
          <p:cNvSpPr/>
          <p:nvPr/>
        </p:nvSpPr>
        <p:spPr>
          <a:xfrm>
            <a:off x="820075" y="3856875"/>
            <a:ext cx="4898700" cy="680400"/>
          </a:xfrm>
          <a:prstGeom prst="rect">
            <a:avLst/>
          </a:prstGeom>
          <a:noFill/>
          <a:ln>
            <a:noFill/>
          </a:ln>
        </p:spPr>
        <p:txBody>
          <a:bodyPr spcFirstLastPara="1" wrap="square" lIns="0" tIns="0" rIns="0" bIns="0" anchor="t" anchorCtr="0">
            <a:noAutofit/>
          </a:bodyPr>
          <a:lstStyle/>
          <a:p>
            <a:pPr marL="0" lvl="0" indent="0" algn="just" rtl="0">
              <a:lnSpc>
                <a:spcPct val="162857"/>
              </a:lnSpc>
              <a:spcBef>
                <a:spcPts val="0"/>
              </a:spcBef>
              <a:spcAft>
                <a:spcPts val="0"/>
              </a:spcAft>
              <a:buClr>
                <a:schemeClr val="dk1"/>
              </a:buClr>
              <a:buSzPts val="1100"/>
              <a:buFont typeface="Arial"/>
              <a:buNone/>
            </a:pPr>
            <a:r>
              <a:rPr lang="en-US" sz="1094">
                <a:solidFill>
                  <a:srgbClr val="405449"/>
                </a:solidFill>
                <a:latin typeface="Nobile"/>
                <a:ea typeface="Nobile"/>
                <a:cs typeface="Nobile"/>
                <a:sym typeface="Nobile"/>
              </a:rPr>
              <a:t>Generates plain-English explanations showing how detected events influence holdings and overall portfolio risk.</a:t>
            </a:r>
            <a:endParaRPr sz="1094">
              <a:solidFill>
                <a:srgbClr val="405449"/>
              </a:solidFill>
              <a:latin typeface="Nobile"/>
              <a:ea typeface="Nobile"/>
              <a:cs typeface="Nobile"/>
              <a:sym typeface="Nobile"/>
            </a:endParaRPr>
          </a:p>
          <a:p>
            <a:pPr marL="0" lvl="0" indent="0" algn="l" rtl="0">
              <a:lnSpc>
                <a:spcPct val="162857"/>
              </a:lnSpc>
              <a:spcBef>
                <a:spcPts val="0"/>
              </a:spcBef>
              <a:spcAft>
                <a:spcPts val="0"/>
              </a:spcAft>
              <a:buClr>
                <a:schemeClr val="dk1"/>
              </a:buClr>
              <a:buSzPts val="1100"/>
              <a:buFont typeface="Arial"/>
              <a:buNone/>
            </a:pPr>
            <a:endParaRPr sz="1094">
              <a:solidFill>
                <a:srgbClr val="405449"/>
              </a:solidFill>
              <a:latin typeface="Nobile"/>
              <a:ea typeface="Nobile"/>
              <a:cs typeface="Nobile"/>
              <a:sym typeface="Nobile"/>
            </a:endParaRPr>
          </a:p>
          <a:p>
            <a:pPr marL="0" marR="0" lvl="0" indent="0" algn="l" rtl="0">
              <a:lnSpc>
                <a:spcPct val="162857"/>
              </a:lnSpc>
              <a:spcBef>
                <a:spcPts val="0"/>
              </a:spcBef>
              <a:spcAft>
                <a:spcPts val="0"/>
              </a:spcAft>
              <a:buClr>
                <a:srgbClr val="405449"/>
              </a:buClr>
              <a:buSzPts val="1094"/>
              <a:buFont typeface="Nobile"/>
              <a:buNone/>
            </a:pPr>
            <a:endParaRPr sz="1094">
              <a:solidFill>
                <a:srgbClr val="405449"/>
              </a:solidFill>
              <a:latin typeface="Nobile"/>
              <a:ea typeface="Nobile"/>
              <a:cs typeface="Nobile"/>
              <a:sym typeface="Nobile"/>
            </a:endParaRPr>
          </a:p>
        </p:txBody>
      </p:sp>
      <p:pic>
        <p:nvPicPr>
          <p:cNvPr id="321" name="Google Shape;321;p11" title="generated-image(1).png"/>
          <p:cNvPicPr preferRelativeResize="0"/>
          <p:nvPr/>
        </p:nvPicPr>
        <p:blipFill>
          <a:blip r:embed="rId3">
            <a:alphaModFix/>
          </a:blip>
          <a:stretch>
            <a:fillRect/>
          </a:stretch>
        </p:blipFill>
        <p:spPr>
          <a:xfrm>
            <a:off x="6076025" y="191675"/>
            <a:ext cx="3022976" cy="476016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12"/>
          <p:cNvSpPr/>
          <p:nvPr/>
        </p:nvSpPr>
        <p:spPr>
          <a:xfrm>
            <a:off x="314474" y="234824"/>
            <a:ext cx="6807300" cy="434400"/>
          </a:xfrm>
          <a:prstGeom prst="rect">
            <a:avLst/>
          </a:prstGeom>
          <a:noFill/>
          <a:ln>
            <a:noFill/>
          </a:ln>
        </p:spPr>
        <p:txBody>
          <a:bodyPr spcFirstLastPara="1" wrap="square" lIns="0" tIns="0" rIns="0" bIns="0" anchor="t" anchorCtr="0">
            <a:noAutofit/>
          </a:bodyPr>
          <a:lstStyle/>
          <a:p>
            <a:pPr marL="0" marR="0" lvl="0" indent="0" algn="l" rtl="0">
              <a:lnSpc>
                <a:spcPct val="124528"/>
              </a:lnSpc>
              <a:spcBef>
                <a:spcPts val="0"/>
              </a:spcBef>
              <a:spcAft>
                <a:spcPts val="0"/>
              </a:spcAft>
              <a:buClr>
                <a:srgbClr val="3B4540"/>
              </a:buClr>
              <a:buSzPts val="1656"/>
              <a:buFont typeface="Fraunces ExtraBold"/>
              <a:buNone/>
            </a:pPr>
            <a:r>
              <a:rPr lang="en-US" sz="2400" b="1">
                <a:solidFill>
                  <a:srgbClr val="405449"/>
                </a:solidFill>
                <a:latin typeface="Fraunces ExtraBold"/>
                <a:ea typeface="Fraunces ExtraBold"/>
                <a:cs typeface="Fraunces ExtraBold"/>
                <a:sym typeface="Fraunces ExtraBold"/>
              </a:rPr>
              <a:t>Core Technologies Powering Our Platform</a:t>
            </a:r>
            <a:endParaRPr sz="2400">
              <a:solidFill>
                <a:srgbClr val="405449"/>
              </a:solidFill>
              <a:latin typeface="Calibri"/>
              <a:ea typeface="Calibri"/>
              <a:cs typeface="Calibri"/>
              <a:sym typeface="Calibri"/>
            </a:endParaRPr>
          </a:p>
        </p:txBody>
      </p:sp>
      <p:sp>
        <p:nvSpPr>
          <p:cNvPr id="328" name="Google Shape;328;p12"/>
          <p:cNvSpPr/>
          <p:nvPr/>
        </p:nvSpPr>
        <p:spPr>
          <a:xfrm>
            <a:off x="8020264" y="4835275"/>
            <a:ext cx="1065900" cy="231300"/>
          </a:xfrm>
          <a:prstGeom prst="rect">
            <a:avLst/>
          </a:prstGeom>
          <a:solidFill>
            <a:schemeClr val="lt1"/>
          </a:solidFill>
          <a:ln w="7950" cap="flat" cmpd="sng">
            <a:solidFill>
              <a:schemeClr val="lt1"/>
            </a:solidFill>
            <a:prstDash val="solid"/>
            <a:miter lim="800000"/>
            <a:headEnd type="none" w="sm" len="sm"/>
            <a:tailEnd type="none" w="sm" len="sm"/>
          </a:ln>
        </p:spPr>
        <p:txBody>
          <a:bodyPr spcFirstLastPara="1" wrap="square" lIns="57150" tIns="28575" rIns="57150" bIns="28575" anchor="ctr" anchorCtr="0">
            <a:noAutofit/>
          </a:bodyPr>
          <a:lstStyle/>
          <a:p>
            <a:pPr marL="0" marR="0" lvl="0" indent="0" algn="ctr" rtl="0">
              <a:spcBef>
                <a:spcPts val="0"/>
              </a:spcBef>
              <a:spcAft>
                <a:spcPts val="0"/>
              </a:spcAft>
              <a:buNone/>
            </a:pPr>
            <a:endParaRPr sz="1125">
              <a:solidFill>
                <a:schemeClr val="lt1"/>
              </a:solidFill>
              <a:latin typeface="Calibri"/>
              <a:ea typeface="Calibri"/>
              <a:cs typeface="Calibri"/>
              <a:sym typeface="Calibri"/>
            </a:endParaRPr>
          </a:p>
        </p:txBody>
      </p:sp>
      <p:sp>
        <p:nvSpPr>
          <p:cNvPr id="329" name="Google Shape;329;p12"/>
          <p:cNvSpPr/>
          <p:nvPr/>
        </p:nvSpPr>
        <p:spPr>
          <a:xfrm>
            <a:off x="314469" y="740666"/>
            <a:ext cx="318900" cy="318900"/>
          </a:xfrm>
          <a:prstGeom prst="roundRect">
            <a:avLst>
              <a:gd name="adj" fmla="val 40005"/>
            </a:avLst>
          </a:prstGeom>
          <a:solidFill>
            <a:srgbClr val="E8F3E8"/>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330" name="Google Shape;330;p12"/>
          <p:cNvSpPr/>
          <p:nvPr/>
        </p:nvSpPr>
        <p:spPr>
          <a:xfrm>
            <a:off x="775175" y="797675"/>
            <a:ext cx="3836100" cy="2619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405449"/>
              </a:buClr>
              <a:buSzPts val="1375"/>
              <a:buFont typeface="Fraunces ExtraBold"/>
              <a:buNone/>
            </a:pPr>
            <a:r>
              <a:rPr lang="en-US" sz="1375" b="1">
                <a:solidFill>
                  <a:srgbClr val="405449"/>
                </a:solidFill>
                <a:latin typeface="Fraunces ExtraBold"/>
                <a:ea typeface="Fraunces ExtraBold"/>
                <a:cs typeface="Fraunces ExtraBold"/>
                <a:sym typeface="Fraunces ExtraBold"/>
              </a:rPr>
              <a:t>AI / Analytics</a:t>
            </a:r>
            <a:endParaRPr sz="1375">
              <a:solidFill>
                <a:schemeClr val="dk1"/>
              </a:solidFill>
              <a:latin typeface="Calibri"/>
              <a:ea typeface="Calibri"/>
              <a:cs typeface="Calibri"/>
              <a:sym typeface="Calibri"/>
            </a:endParaRPr>
          </a:p>
        </p:txBody>
      </p:sp>
      <p:sp>
        <p:nvSpPr>
          <p:cNvPr id="331" name="Google Shape;331;p12"/>
          <p:cNvSpPr/>
          <p:nvPr/>
        </p:nvSpPr>
        <p:spPr>
          <a:xfrm>
            <a:off x="775175" y="1059575"/>
            <a:ext cx="5011800" cy="514200"/>
          </a:xfrm>
          <a:prstGeom prst="rect">
            <a:avLst/>
          </a:prstGeom>
          <a:noFill/>
          <a:ln>
            <a:noFill/>
          </a:ln>
        </p:spPr>
        <p:txBody>
          <a:bodyPr spcFirstLastPara="1" wrap="square" lIns="0" tIns="0" rIns="0" bIns="0" anchor="t" anchorCtr="0">
            <a:noAutofit/>
          </a:bodyPr>
          <a:lstStyle/>
          <a:p>
            <a:pPr marL="0" marR="0" lvl="0" indent="0" algn="just" rtl="0">
              <a:lnSpc>
                <a:spcPct val="162857"/>
              </a:lnSpc>
              <a:spcBef>
                <a:spcPts val="0"/>
              </a:spcBef>
              <a:spcAft>
                <a:spcPts val="0"/>
              </a:spcAft>
              <a:buClr>
                <a:srgbClr val="405449"/>
              </a:buClr>
              <a:buSzPts val="1094"/>
              <a:buFont typeface="Nobile"/>
              <a:buNone/>
            </a:pPr>
            <a:r>
              <a:rPr lang="en-US" sz="1094">
                <a:solidFill>
                  <a:srgbClr val="405449"/>
                </a:solidFill>
                <a:latin typeface="Nobile"/>
                <a:ea typeface="Nobile"/>
                <a:cs typeface="Nobile"/>
                <a:sym typeface="Nobile"/>
              </a:rPr>
              <a:t>Python, Monte Carlo simulation, Value-at-Risk, and keyword NLP support early-event detection and portfolio risk modeling.</a:t>
            </a:r>
            <a:endParaRPr sz="1094">
              <a:solidFill>
                <a:schemeClr val="dk1"/>
              </a:solidFill>
              <a:latin typeface="Calibri"/>
              <a:ea typeface="Calibri"/>
              <a:cs typeface="Calibri"/>
              <a:sym typeface="Calibri"/>
            </a:endParaRPr>
          </a:p>
        </p:txBody>
      </p:sp>
      <p:sp>
        <p:nvSpPr>
          <p:cNvPr id="332" name="Google Shape;332;p12"/>
          <p:cNvSpPr/>
          <p:nvPr/>
        </p:nvSpPr>
        <p:spPr>
          <a:xfrm>
            <a:off x="314469" y="1478952"/>
            <a:ext cx="318900" cy="318900"/>
          </a:xfrm>
          <a:prstGeom prst="roundRect">
            <a:avLst>
              <a:gd name="adj" fmla="val 40005"/>
            </a:avLst>
          </a:prstGeom>
          <a:solidFill>
            <a:srgbClr val="E8F3E8"/>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333" name="Google Shape;333;p12"/>
          <p:cNvSpPr/>
          <p:nvPr/>
        </p:nvSpPr>
        <p:spPr>
          <a:xfrm>
            <a:off x="775175" y="1506600"/>
            <a:ext cx="2637900" cy="3189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405449"/>
              </a:buClr>
              <a:buSzPts val="1375"/>
              <a:buFont typeface="Fraunces ExtraBold"/>
              <a:buNone/>
            </a:pPr>
            <a:r>
              <a:rPr lang="en-US" sz="1375" b="1">
                <a:solidFill>
                  <a:srgbClr val="405449"/>
                </a:solidFill>
                <a:latin typeface="Fraunces ExtraBold"/>
                <a:ea typeface="Fraunces ExtraBold"/>
                <a:cs typeface="Fraunces ExtraBold"/>
                <a:sym typeface="Fraunces ExtraBold"/>
              </a:rPr>
              <a:t>Backend APIs</a:t>
            </a:r>
            <a:endParaRPr sz="1375">
              <a:solidFill>
                <a:schemeClr val="dk1"/>
              </a:solidFill>
              <a:latin typeface="Calibri"/>
              <a:ea typeface="Calibri"/>
              <a:cs typeface="Calibri"/>
              <a:sym typeface="Calibri"/>
            </a:endParaRPr>
          </a:p>
        </p:txBody>
      </p:sp>
      <p:sp>
        <p:nvSpPr>
          <p:cNvPr id="334" name="Google Shape;334;p12"/>
          <p:cNvSpPr/>
          <p:nvPr/>
        </p:nvSpPr>
        <p:spPr>
          <a:xfrm>
            <a:off x="775175" y="1797850"/>
            <a:ext cx="5011800" cy="561900"/>
          </a:xfrm>
          <a:prstGeom prst="rect">
            <a:avLst/>
          </a:prstGeom>
          <a:noFill/>
          <a:ln>
            <a:noFill/>
          </a:ln>
        </p:spPr>
        <p:txBody>
          <a:bodyPr spcFirstLastPara="1" wrap="square" lIns="0" tIns="0" rIns="0" bIns="0" anchor="t" anchorCtr="0">
            <a:noAutofit/>
          </a:bodyPr>
          <a:lstStyle/>
          <a:p>
            <a:pPr marL="0" marR="0" lvl="0" indent="0" algn="just" rtl="0">
              <a:lnSpc>
                <a:spcPct val="162857"/>
              </a:lnSpc>
              <a:spcBef>
                <a:spcPts val="0"/>
              </a:spcBef>
              <a:spcAft>
                <a:spcPts val="0"/>
              </a:spcAft>
              <a:buClr>
                <a:srgbClr val="405449"/>
              </a:buClr>
              <a:buSzPts val="1094"/>
              <a:buFont typeface="Nobile"/>
              <a:buNone/>
            </a:pPr>
            <a:r>
              <a:rPr lang="en-US" sz="1094">
                <a:solidFill>
                  <a:srgbClr val="405449"/>
                </a:solidFill>
                <a:latin typeface="Nobile"/>
                <a:ea typeface="Nobile"/>
                <a:cs typeface="Nobile"/>
                <a:sym typeface="Nobile"/>
              </a:rPr>
              <a:t>FastAPI powers REST endpoints for portfolio data, event processing, risk scoring, and frontend integration.</a:t>
            </a:r>
            <a:endParaRPr sz="1094">
              <a:solidFill>
                <a:schemeClr val="dk1"/>
              </a:solidFill>
              <a:latin typeface="Calibri"/>
              <a:ea typeface="Calibri"/>
              <a:cs typeface="Calibri"/>
              <a:sym typeface="Calibri"/>
            </a:endParaRPr>
          </a:p>
        </p:txBody>
      </p:sp>
      <p:sp>
        <p:nvSpPr>
          <p:cNvPr id="335" name="Google Shape;335;p12"/>
          <p:cNvSpPr/>
          <p:nvPr/>
        </p:nvSpPr>
        <p:spPr>
          <a:xfrm>
            <a:off x="314469" y="2217215"/>
            <a:ext cx="318900" cy="318900"/>
          </a:xfrm>
          <a:prstGeom prst="roundRect">
            <a:avLst>
              <a:gd name="adj" fmla="val 40005"/>
            </a:avLst>
          </a:prstGeom>
          <a:solidFill>
            <a:srgbClr val="E8F3E8"/>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336" name="Google Shape;336;p12"/>
          <p:cNvSpPr/>
          <p:nvPr/>
        </p:nvSpPr>
        <p:spPr>
          <a:xfrm>
            <a:off x="775175" y="2257581"/>
            <a:ext cx="2395800" cy="3189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405449"/>
              </a:buClr>
              <a:buSzPts val="1375"/>
              <a:buFont typeface="Fraunces ExtraBold"/>
              <a:buNone/>
            </a:pPr>
            <a:r>
              <a:rPr lang="en-US" sz="1375" b="1">
                <a:solidFill>
                  <a:srgbClr val="405449"/>
                </a:solidFill>
                <a:latin typeface="Fraunces ExtraBold"/>
                <a:ea typeface="Fraunces ExtraBold"/>
                <a:cs typeface="Fraunces ExtraBold"/>
                <a:sym typeface="Fraunces ExtraBold"/>
              </a:rPr>
              <a:t>Frontend</a:t>
            </a:r>
            <a:endParaRPr sz="1375">
              <a:solidFill>
                <a:schemeClr val="dk1"/>
              </a:solidFill>
              <a:latin typeface="Calibri"/>
              <a:ea typeface="Calibri"/>
              <a:cs typeface="Calibri"/>
              <a:sym typeface="Calibri"/>
            </a:endParaRPr>
          </a:p>
        </p:txBody>
      </p:sp>
      <p:sp>
        <p:nvSpPr>
          <p:cNvPr id="337" name="Google Shape;337;p12"/>
          <p:cNvSpPr/>
          <p:nvPr/>
        </p:nvSpPr>
        <p:spPr>
          <a:xfrm>
            <a:off x="775175" y="2485100"/>
            <a:ext cx="4898700" cy="619200"/>
          </a:xfrm>
          <a:prstGeom prst="rect">
            <a:avLst/>
          </a:prstGeom>
          <a:noFill/>
          <a:ln>
            <a:noFill/>
          </a:ln>
        </p:spPr>
        <p:txBody>
          <a:bodyPr spcFirstLastPara="1" wrap="square" lIns="0" tIns="0" rIns="0" bIns="0" anchor="t" anchorCtr="0">
            <a:noAutofit/>
          </a:bodyPr>
          <a:lstStyle/>
          <a:p>
            <a:pPr marL="0" lvl="0" indent="0" algn="just" rtl="0">
              <a:lnSpc>
                <a:spcPct val="162857"/>
              </a:lnSpc>
              <a:spcBef>
                <a:spcPts val="0"/>
              </a:spcBef>
              <a:spcAft>
                <a:spcPts val="0"/>
              </a:spcAft>
              <a:buClr>
                <a:schemeClr val="dk1"/>
              </a:buClr>
              <a:buSzPts val="1100"/>
              <a:buFont typeface="Arial"/>
              <a:buNone/>
            </a:pPr>
            <a:r>
              <a:rPr lang="en-US" sz="1094">
                <a:solidFill>
                  <a:srgbClr val="405449"/>
                </a:solidFill>
                <a:latin typeface="Nobile"/>
                <a:ea typeface="Nobile"/>
                <a:cs typeface="Nobile"/>
                <a:sym typeface="Nobile"/>
              </a:rPr>
              <a:t>React.js, JavaScript, HTML5, and CSS3 support the dashboard, interaction flow, and visual components.</a:t>
            </a:r>
            <a:endParaRPr sz="1094">
              <a:solidFill>
                <a:srgbClr val="405449"/>
              </a:solidFill>
              <a:latin typeface="Nobile"/>
              <a:ea typeface="Nobile"/>
              <a:cs typeface="Nobile"/>
              <a:sym typeface="Nobile"/>
            </a:endParaRPr>
          </a:p>
          <a:p>
            <a:pPr marL="0" lvl="0" indent="0" algn="just" rtl="0">
              <a:lnSpc>
                <a:spcPct val="162857"/>
              </a:lnSpc>
              <a:spcBef>
                <a:spcPts val="0"/>
              </a:spcBef>
              <a:spcAft>
                <a:spcPts val="0"/>
              </a:spcAft>
              <a:buClr>
                <a:schemeClr val="dk1"/>
              </a:buClr>
              <a:buSzPts val="1100"/>
              <a:buFont typeface="Arial"/>
              <a:buNone/>
            </a:pPr>
            <a:endParaRPr sz="1094">
              <a:solidFill>
                <a:srgbClr val="405449"/>
              </a:solidFill>
              <a:latin typeface="Nobile"/>
              <a:ea typeface="Nobile"/>
              <a:cs typeface="Nobile"/>
              <a:sym typeface="Nobile"/>
            </a:endParaRPr>
          </a:p>
          <a:p>
            <a:pPr marL="0" marR="0" lvl="0" indent="0" algn="just" rtl="0">
              <a:lnSpc>
                <a:spcPct val="162857"/>
              </a:lnSpc>
              <a:spcBef>
                <a:spcPts val="0"/>
              </a:spcBef>
              <a:spcAft>
                <a:spcPts val="0"/>
              </a:spcAft>
              <a:buClr>
                <a:srgbClr val="405449"/>
              </a:buClr>
              <a:buSzPts val="1094"/>
              <a:buFont typeface="Nobile"/>
              <a:buNone/>
            </a:pPr>
            <a:endParaRPr sz="1094">
              <a:solidFill>
                <a:srgbClr val="405449"/>
              </a:solidFill>
              <a:latin typeface="Nobile"/>
              <a:ea typeface="Nobile"/>
              <a:cs typeface="Nobile"/>
              <a:sym typeface="Nobile"/>
            </a:endParaRPr>
          </a:p>
        </p:txBody>
      </p:sp>
      <p:sp>
        <p:nvSpPr>
          <p:cNvPr id="338" name="Google Shape;338;p12"/>
          <p:cNvSpPr/>
          <p:nvPr/>
        </p:nvSpPr>
        <p:spPr>
          <a:xfrm>
            <a:off x="314469" y="3104303"/>
            <a:ext cx="318900" cy="318900"/>
          </a:xfrm>
          <a:prstGeom prst="roundRect">
            <a:avLst>
              <a:gd name="adj" fmla="val 40005"/>
            </a:avLst>
          </a:prstGeom>
          <a:solidFill>
            <a:srgbClr val="E8F3E8"/>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339" name="Google Shape;339;p12"/>
          <p:cNvSpPr/>
          <p:nvPr/>
        </p:nvSpPr>
        <p:spPr>
          <a:xfrm>
            <a:off x="775175" y="3040548"/>
            <a:ext cx="2395800" cy="3189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405449"/>
              </a:buClr>
              <a:buSzPts val="1375"/>
              <a:buFont typeface="Fraunces ExtraBold"/>
              <a:buNone/>
            </a:pPr>
            <a:r>
              <a:rPr lang="en-US" sz="1375" b="1">
                <a:solidFill>
                  <a:srgbClr val="405449"/>
                </a:solidFill>
                <a:latin typeface="Fraunces ExtraBold"/>
                <a:ea typeface="Fraunces ExtraBold"/>
                <a:cs typeface="Fraunces ExtraBold"/>
                <a:sym typeface="Fraunces ExtraBold"/>
              </a:rPr>
              <a:t>Graph Technology</a:t>
            </a:r>
            <a:endParaRPr sz="1375">
              <a:solidFill>
                <a:schemeClr val="dk1"/>
              </a:solidFill>
              <a:latin typeface="Calibri"/>
              <a:ea typeface="Calibri"/>
              <a:cs typeface="Calibri"/>
              <a:sym typeface="Calibri"/>
            </a:endParaRPr>
          </a:p>
        </p:txBody>
      </p:sp>
      <p:sp>
        <p:nvSpPr>
          <p:cNvPr id="340" name="Google Shape;340;p12"/>
          <p:cNvSpPr/>
          <p:nvPr/>
        </p:nvSpPr>
        <p:spPr>
          <a:xfrm>
            <a:off x="775175" y="3315275"/>
            <a:ext cx="4898700" cy="514200"/>
          </a:xfrm>
          <a:prstGeom prst="rect">
            <a:avLst/>
          </a:prstGeom>
          <a:noFill/>
          <a:ln>
            <a:noFill/>
          </a:ln>
        </p:spPr>
        <p:txBody>
          <a:bodyPr spcFirstLastPara="1" wrap="square" lIns="0" tIns="0" rIns="0" bIns="0" anchor="t" anchorCtr="0">
            <a:noAutofit/>
          </a:bodyPr>
          <a:lstStyle/>
          <a:p>
            <a:pPr marL="0" lvl="0" indent="0" algn="just" rtl="0">
              <a:lnSpc>
                <a:spcPct val="162857"/>
              </a:lnSpc>
              <a:spcBef>
                <a:spcPts val="0"/>
              </a:spcBef>
              <a:spcAft>
                <a:spcPts val="0"/>
              </a:spcAft>
              <a:buClr>
                <a:schemeClr val="dk1"/>
              </a:buClr>
              <a:buSzPts val="1100"/>
              <a:buFont typeface="Arial"/>
              <a:buNone/>
            </a:pPr>
            <a:r>
              <a:rPr lang="en-US" sz="1094">
                <a:solidFill>
                  <a:srgbClr val="405449"/>
                </a:solidFill>
                <a:latin typeface="Nobile"/>
                <a:ea typeface="Nobile"/>
                <a:cs typeface="Nobile"/>
                <a:sym typeface="Nobile"/>
              </a:rPr>
              <a:t>Neo4j supports impact tracing and causal relationship visualization across sectors, companies, and holdings.</a:t>
            </a:r>
            <a:endParaRPr sz="1094">
              <a:solidFill>
                <a:srgbClr val="405449"/>
              </a:solidFill>
              <a:latin typeface="Nobile"/>
              <a:ea typeface="Nobile"/>
              <a:cs typeface="Nobile"/>
              <a:sym typeface="Nobile"/>
            </a:endParaRPr>
          </a:p>
          <a:p>
            <a:pPr marL="0" lvl="0" indent="0" algn="just" rtl="0">
              <a:lnSpc>
                <a:spcPct val="162857"/>
              </a:lnSpc>
              <a:spcBef>
                <a:spcPts val="0"/>
              </a:spcBef>
              <a:spcAft>
                <a:spcPts val="0"/>
              </a:spcAft>
              <a:buClr>
                <a:schemeClr val="dk1"/>
              </a:buClr>
              <a:buSzPts val="1100"/>
              <a:buFont typeface="Arial"/>
              <a:buNone/>
            </a:pPr>
            <a:endParaRPr sz="1094">
              <a:solidFill>
                <a:srgbClr val="405449"/>
              </a:solidFill>
              <a:latin typeface="Nobile"/>
              <a:ea typeface="Nobile"/>
              <a:cs typeface="Nobile"/>
              <a:sym typeface="Nobile"/>
            </a:endParaRPr>
          </a:p>
          <a:p>
            <a:pPr marL="0" lvl="0" indent="0" algn="l" rtl="0">
              <a:lnSpc>
                <a:spcPct val="125000"/>
              </a:lnSpc>
              <a:spcBef>
                <a:spcPts val="0"/>
              </a:spcBef>
              <a:spcAft>
                <a:spcPts val="0"/>
              </a:spcAft>
              <a:buClr>
                <a:srgbClr val="405449"/>
              </a:buClr>
              <a:buSzPts val="1375"/>
              <a:buFont typeface="Fraunces ExtraBold"/>
              <a:buNone/>
            </a:pPr>
            <a:endParaRPr sz="1375">
              <a:solidFill>
                <a:schemeClr val="dk1"/>
              </a:solidFill>
              <a:latin typeface="Calibri"/>
              <a:ea typeface="Calibri"/>
              <a:cs typeface="Calibri"/>
              <a:sym typeface="Calibri"/>
            </a:endParaRPr>
          </a:p>
          <a:p>
            <a:pPr marL="0" marR="0" lvl="0" indent="0" algn="just" rtl="0">
              <a:lnSpc>
                <a:spcPct val="162857"/>
              </a:lnSpc>
              <a:spcBef>
                <a:spcPts val="0"/>
              </a:spcBef>
              <a:spcAft>
                <a:spcPts val="0"/>
              </a:spcAft>
              <a:buClr>
                <a:srgbClr val="405449"/>
              </a:buClr>
              <a:buSzPts val="1094"/>
              <a:buFont typeface="Nobile"/>
              <a:buNone/>
            </a:pPr>
            <a:endParaRPr sz="1094">
              <a:solidFill>
                <a:srgbClr val="405449"/>
              </a:solidFill>
              <a:latin typeface="Nobile"/>
              <a:ea typeface="Nobile"/>
              <a:cs typeface="Nobile"/>
              <a:sym typeface="Nobile"/>
            </a:endParaRPr>
          </a:p>
        </p:txBody>
      </p:sp>
      <p:sp>
        <p:nvSpPr>
          <p:cNvPr id="341" name="Google Shape;341;p12"/>
          <p:cNvSpPr/>
          <p:nvPr/>
        </p:nvSpPr>
        <p:spPr>
          <a:xfrm flipH="1">
            <a:off x="5976888" y="740675"/>
            <a:ext cx="21900" cy="4287300"/>
          </a:xfrm>
          <a:prstGeom prst="rect">
            <a:avLst/>
          </a:prstGeom>
          <a:solidFill>
            <a:srgbClr val="3B5543"/>
          </a:solidFill>
          <a:ln w="9525" cap="flat" cmpd="sng">
            <a:solidFill>
              <a:srgbClr val="DEEEE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2" name="Google Shape;342;p12"/>
          <p:cNvSpPr/>
          <p:nvPr/>
        </p:nvSpPr>
        <p:spPr>
          <a:xfrm>
            <a:off x="314469" y="3991378"/>
            <a:ext cx="318900" cy="318900"/>
          </a:xfrm>
          <a:prstGeom prst="roundRect">
            <a:avLst>
              <a:gd name="adj" fmla="val 40005"/>
            </a:avLst>
          </a:prstGeom>
          <a:solidFill>
            <a:srgbClr val="E8F3E8"/>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343" name="Google Shape;343;p12"/>
          <p:cNvSpPr txBox="1"/>
          <p:nvPr/>
        </p:nvSpPr>
        <p:spPr>
          <a:xfrm>
            <a:off x="775175" y="3925950"/>
            <a:ext cx="2058300" cy="318900"/>
          </a:xfrm>
          <a:prstGeom prst="rect">
            <a:avLst/>
          </a:prstGeom>
          <a:noFill/>
          <a:ln>
            <a:noFill/>
          </a:ln>
        </p:spPr>
        <p:txBody>
          <a:bodyPr spcFirstLastPara="1" wrap="square" lIns="91425" tIns="91425" rIns="91425" bIns="91425" anchor="t" anchorCtr="0">
            <a:noAutofit/>
          </a:bodyPr>
          <a:lstStyle/>
          <a:p>
            <a:pPr marL="0" lvl="0" indent="0" algn="l" rtl="0">
              <a:lnSpc>
                <a:spcPct val="125000"/>
              </a:lnSpc>
              <a:spcBef>
                <a:spcPts val="0"/>
              </a:spcBef>
              <a:spcAft>
                <a:spcPts val="0"/>
              </a:spcAft>
              <a:buClr>
                <a:srgbClr val="405449"/>
              </a:buClr>
              <a:buSzPts val="1375"/>
              <a:buFont typeface="Fraunces ExtraBold"/>
              <a:buNone/>
            </a:pPr>
            <a:r>
              <a:rPr lang="en-US" sz="1375" b="1">
                <a:solidFill>
                  <a:srgbClr val="405449"/>
                </a:solidFill>
                <a:latin typeface="Fraunces ExtraBold"/>
                <a:ea typeface="Fraunces ExtraBold"/>
                <a:cs typeface="Fraunces ExtraBold"/>
                <a:sym typeface="Fraunces ExtraBold"/>
              </a:rPr>
              <a:t>Development Tools</a:t>
            </a:r>
            <a:endParaRPr sz="1350"/>
          </a:p>
        </p:txBody>
      </p:sp>
      <p:sp>
        <p:nvSpPr>
          <p:cNvPr id="344" name="Google Shape;344;p12"/>
          <p:cNvSpPr txBox="1"/>
          <p:nvPr/>
        </p:nvSpPr>
        <p:spPr>
          <a:xfrm>
            <a:off x="775250" y="4244850"/>
            <a:ext cx="4898700" cy="690000"/>
          </a:xfrm>
          <a:prstGeom prst="rect">
            <a:avLst/>
          </a:prstGeom>
          <a:noFill/>
          <a:ln>
            <a:noFill/>
          </a:ln>
        </p:spPr>
        <p:txBody>
          <a:bodyPr spcFirstLastPara="1" wrap="square" lIns="91425" tIns="91425" rIns="91425" bIns="91425" anchor="t" anchorCtr="0">
            <a:noAutofit/>
          </a:bodyPr>
          <a:lstStyle/>
          <a:p>
            <a:pPr marL="0" lvl="0" indent="0" algn="just" rtl="0">
              <a:lnSpc>
                <a:spcPct val="162857"/>
              </a:lnSpc>
              <a:spcBef>
                <a:spcPts val="0"/>
              </a:spcBef>
              <a:spcAft>
                <a:spcPts val="0"/>
              </a:spcAft>
              <a:buClr>
                <a:schemeClr val="dk1"/>
              </a:buClr>
              <a:buSzPts val="1100"/>
              <a:buFont typeface="Arial"/>
              <a:buNone/>
            </a:pPr>
            <a:r>
              <a:rPr lang="en-US" sz="1094">
                <a:solidFill>
                  <a:srgbClr val="405449"/>
                </a:solidFill>
                <a:latin typeface="Nobile"/>
                <a:ea typeface="Nobile"/>
                <a:cs typeface="Nobile"/>
                <a:sym typeface="Nobile"/>
              </a:rPr>
              <a:t>Git, GitHub, Postman, VS Code, and Jira support version control, API testing, development, and sprint management.</a:t>
            </a:r>
            <a:endParaRPr sz="1094">
              <a:solidFill>
                <a:srgbClr val="405449"/>
              </a:solidFill>
              <a:latin typeface="Nobile"/>
              <a:ea typeface="Nobile"/>
              <a:cs typeface="Nobile"/>
              <a:sym typeface="Nobile"/>
            </a:endParaRPr>
          </a:p>
        </p:txBody>
      </p:sp>
      <p:pic>
        <p:nvPicPr>
          <p:cNvPr id="345" name="Google Shape;345;p12" title="ChatGPT Image May 5, 2026, 03_41_53 PM.png"/>
          <p:cNvPicPr preferRelativeResize="0"/>
          <p:nvPr/>
        </p:nvPicPr>
        <p:blipFill>
          <a:blip r:embed="rId3">
            <a:alphaModFix/>
          </a:blip>
          <a:stretch>
            <a:fillRect/>
          </a:stretch>
        </p:blipFill>
        <p:spPr>
          <a:xfrm>
            <a:off x="6090975" y="740675"/>
            <a:ext cx="2995200" cy="42873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g3dbc599c994_0_79"/>
          <p:cNvSpPr/>
          <p:nvPr/>
        </p:nvSpPr>
        <p:spPr>
          <a:xfrm>
            <a:off x="1266100" y="384350"/>
            <a:ext cx="6172200" cy="406800"/>
          </a:xfrm>
          <a:prstGeom prst="rect">
            <a:avLst/>
          </a:prstGeom>
          <a:noFill/>
          <a:ln>
            <a:noFill/>
          </a:ln>
        </p:spPr>
        <p:txBody>
          <a:bodyPr spcFirstLastPara="1" wrap="square" lIns="0" tIns="0" rIns="0" bIns="0" anchor="t" anchorCtr="0">
            <a:noAutofit/>
          </a:bodyPr>
          <a:lstStyle/>
          <a:p>
            <a:pPr marL="0" lvl="0" indent="0" algn="l" rtl="0">
              <a:lnSpc>
                <a:spcPct val="125757"/>
              </a:lnSpc>
              <a:spcBef>
                <a:spcPts val="0"/>
              </a:spcBef>
              <a:spcAft>
                <a:spcPts val="0"/>
              </a:spcAft>
              <a:buClr>
                <a:srgbClr val="3B4540"/>
              </a:buClr>
              <a:buSzPts val="2063"/>
              <a:buFont typeface="Fraunces ExtraBold"/>
              <a:buNone/>
            </a:pPr>
            <a:r>
              <a:rPr lang="en-US" sz="2563" b="1">
                <a:solidFill>
                  <a:srgbClr val="405449"/>
                </a:solidFill>
                <a:latin typeface="Fraunces ExtraBold"/>
                <a:ea typeface="Fraunces ExtraBold"/>
                <a:cs typeface="Fraunces ExtraBold"/>
                <a:sym typeface="Fraunces ExtraBold"/>
              </a:rPr>
              <a:t>                              Algorithms</a:t>
            </a:r>
            <a:endParaRPr sz="2625">
              <a:solidFill>
                <a:srgbClr val="405449"/>
              </a:solidFill>
              <a:latin typeface="Calibri"/>
              <a:ea typeface="Calibri"/>
              <a:cs typeface="Calibri"/>
              <a:sym typeface="Calibri"/>
            </a:endParaRPr>
          </a:p>
        </p:txBody>
      </p:sp>
      <p:pic>
        <p:nvPicPr>
          <p:cNvPr id="351" name="Google Shape;351;g3dbc599c994_0_79"/>
          <p:cNvPicPr preferRelativeResize="0"/>
          <p:nvPr/>
        </p:nvPicPr>
        <p:blipFill rotWithShape="1">
          <a:blip r:embed="rId3">
            <a:alphaModFix/>
          </a:blip>
          <a:srcRect l="3667" t="21059" r="3500" b="18653"/>
          <a:stretch/>
        </p:blipFill>
        <p:spPr>
          <a:xfrm>
            <a:off x="757962" y="1142125"/>
            <a:ext cx="7519776" cy="3103800"/>
          </a:xfrm>
          <a:prstGeom prst="rect">
            <a:avLst/>
          </a:prstGeom>
          <a:noFill/>
          <a:ln>
            <a:noFill/>
          </a:ln>
        </p:spPr>
      </p:pic>
      <p:sp>
        <p:nvSpPr>
          <p:cNvPr id="352" name="Google Shape;352;g3dbc599c994_0_79"/>
          <p:cNvSpPr/>
          <p:nvPr/>
        </p:nvSpPr>
        <p:spPr>
          <a:xfrm>
            <a:off x="8020264" y="4835275"/>
            <a:ext cx="1065900" cy="231300"/>
          </a:xfrm>
          <a:prstGeom prst="rect">
            <a:avLst/>
          </a:prstGeom>
          <a:solidFill>
            <a:schemeClr val="lt1"/>
          </a:solidFill>
          <a:ln w="7950" cap="flat" cmpd="sng">
            <a:solidFill>
              <a:schemeClr val="lt1"/>
            </a:solidFill>
            <a:prstDash val="solid"/>
            <a:miter lim="800000"/>
            <a:headEnd type="none" w="sm" len="sm"/>
            <a:tailEnd type="none" w="sm" len="sm"/>
          </a:ln>
        </p:spPr>
        <p:txBody>
          <a:bodyPr spcFirstLastPara="1" wrap="square" lIns="57150" tIns="28575" rIns="57150" bIns="28575" anchor="ctr" anchorCtr="0">
            <a:noAutofit/>
          </a:bodyPr>
          <a:lstStyle/>
          <a:p>
            <a:pPr marL="0" marR="0" lvl="0" indent="0" algn="ctr" rtl="0">
              <a:spcBef>
                <a:spcPts val="0"/>
              </a:spcBef>
              <a:spcAft>
                <a:spcPts val="0"/>
              </a:spcAft>
              <a:buNone/>
            </a:pPr>
            <a:endParaRPr sz="1125">
              <a:solidFill>
                <a:schemeClr val="lt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14"/>
          <p:cNvSpPr/>
          <p:nvPr/>
        </p:nvSpPr>
        <p:spPr>
          <a:xfrm>
            <a:off x="333375" y="178981"/>
            <a:ext cx="6524700" cy="269700"/>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3B4540"/>
              </a:buClr>
              <a:buSzPts val="969"/>
              <a:buFont typeface="Fraunces ExtraBold"/>
              <a:buNone/>
            </a:pPr>
            <a:r>
              <a:rPr lang="en-US" sz="2200" b="1">
                <a:solidFill>
                  <a:srgbClr val="3B4540"/>
                </a:solidFill>
                <a:latin typeface="Fraunces ExtraBold"/>
                <a:ea typeface="Fraunces ExtraBold"/>
                <a:cs typeface="Fraunces ExtraBold"/>
                <a:sym typeface="Fraunces ExtraBold"/>
              </a:rPr>
              <a:t>System Architecture Diagram</a:t>
            </a:r>
            <a:endParaRPr sz="2200">
              <a:solidFill>
                <a:schemeClr val="dk1"/>
              </a:solidFill>
              <a:latin typeface="Calibri"/>
              <a:ea typeface="Calibri"/>
              <a:cs typeface="Calibri"/>
              <a:sym typeface="Calibri"/>
            </a:endParaRPr>
          </a:p>
        </p:txBody>
      </p:sp>
      <p:sp>
        <p:nvSpPr>
          <p:cNvPr id="359" name="Google Shape;359;p14"/>
          <p:cNvSpPr/>
          <p:nvPr/>
        </p:nvSpPr>
        <p:spPr>
          <a:xfrm>
            <a:off x="8033107" y="4822433"/>
            <a:ext cx="1020900" cy="269700"/>
          </a:xfrm>
          <a:prstGeom prst="rect">
            <a:avLst/>
          </a:prstGeom>
          <a:solidFill>
            <a:schemeClr val="lt1"/>
          </a:solidFill>
          <a:ln w="7950" cap="flat" cmpd="sng">
            <a:solidFill>
              <a:schemeClr val="lt1"/>
            </a:solidFill>
            <a:prstDash val="solid"/>
            <a:miter lim="800000"/>
            <a:headEnd type="none" w="sm" len="sm"/>
            <a:tailEnd type="none" w="sm" len="sm"/>
          </a:ln>
        </p:spPr>
        <p:txBody>
          <a:bodyPr spcFirstLastPara="1" wrap="square" lIns="57150" tIns="28575" rIns="57150" bIns="28575" anchor="ctr" anchorCtr="0">
            <a:noAutofit/>
          </a:bodyPr>
          <a:lstStyle/>
          <a:p>
            <a:pPr marL="0" marR="0" lvl="0" indent="0" algn="ctr" rtl="0">
              <a:spcBef>
                <a:spcPts val="0"/>
              </a:spcBef>
              <a:spcAft>
                <a:spcPts val="0"/>
              </a:spcAft>
              <a:buNone/>
            </a:pPr>
            <a:endParaRPr sz="1125">
              <a:solidFill>
                <a:schemeClr val="lt1"/>
              </a:solidFill>
              <a:latin typeface="Calibri"/>
              <a:ea typeface="Calibri"/>
              <a:cs typeface="Calibri"/>
              <a:sym typeface="Calibri"/>
            </a:endParaRPr>
          </a:p>
        </p:txBody>
      </p:sp>
      <p:pic>
        <p:nvPicPr>
          <p:cNvPr id="360" name="Google Shape;360;p14" title="System Architecture Diagram.png"/>
          <p:cNvPicPr preferRelativeResize="0"/>
          <p:nvPr/>
        </p:nvPicPr>
        <p:blipFill>
          <a:blip r:embed="rId3">
            <a:alphaModFix/>
          </a:blip>
          <a:stretch>
            <a:fillRect/>
          </a:stretch>
        </p:blipFill>
        <p:spPr>
          <a:xfrm>
            <a:off x="563863" y="578350"/>
            <a:ext cx="8016274" cy="43760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15"/>
          <p:cNvSpPr/>
          <p:nvPr/>
        </p:nvSpPr>
        <p:spPr>
          <a:xfrm>
            <a:off x="139794" y="247905"/>
            <a:ext cx="2835300" cy="354300"/>
          </a:xfrm>
          <a:prstGeom prst="rect">
            <a:avLst/>
          </a:prstGeom>
          <a:noFill/>
          <a:ln>
            <a:noFill/>
          </a:ln>
        </p:spPr>
        <p:txBody>
          <a:bodyPr spcFirstLastPara="1" wrap="square" lIns="0" tIns="0" rIns="0" bIns="0" anchor="t" anchorCtr="0">
            <a:noAutofit/>
          </a:bodyPr>
          <a:lstStyle/>
          <a:p>
            <a:pPr marL="0" marR="0" lvl="0" indent="0" algn="l" rtl="0">
              <a:lnSpc>
                <a:spcPct val="125352"/>
              </a:lnSpc>
              <a:spcBef>
                <a:spcPts val="0"/>
              </a:spcBef>
              <a:spcAft>
                <a:spcPts val="0"/>
              </a:spcAft>
              <a:buClr>
                <a:srgbClr val="3B4540"/>
              </a:buClr>
              <a:buSzPts val="2219"/>
              <a:buFont typeface="Fraunces ExtraBold"/>
              <a:buNone/>
            </a:pPr>
            <a:r>
              <a:rPr lang="en-US" sz="2219" b="1">
                <a:solidFill>
                  <a:srgbClr val="3B4540"/>
                </a:solidFill>
                <a:latin typeface="Fraunces ExtraBold"/>
                <a:ea typeface="Fraunces ExtraBold"/>
                <a:cs typeface="Fraunces ExtraBold"/>
                <a:sym typeface="Fraunces ExtraBold"/>
              </a:rPr>
              <a:t>Sequence Diagram</a:t>
            </a:r>
            <a:endParaRPr sz="2219">
              <a:solidFill>
                <a:schemeClr val="dk1"/>
              </a:solidFill>
              <a:latin typeface="Calibri"/>
              <a:ea typeface="Calibri"/>
              <a:cs typeface="Calibri"/>
              <a:sym typeface="Calibri"/>
            </a:endParaRPr>
          </a:p>
        </p:txBody>
      </p:sp>
      <p:sp>
        <p:nvSpPr>
          <p:cNvPr id="367" name="Google Shape;367;p15"/>
          <p:cNvSpPr/>
          <p:nvPr/>
        </p:nvSpPr>
        <p:spPr>
          <a:xfrm>
            <a:off x="8020264" y="4854539"/>
            <a:ext cx="1053300" cy="231300"/>
          </a:xfrm>
          <a:prstGeom prst="rect">
            <a:avLst/>
          </a:prstGeom>
          <a:solidFill>
            <a:schemeClr val="lt1"/>
          </a:solidFill>
          <a:ln w="7950" cap="flat" cmpd="sng">
            <a:solidFill>
              <a:schemeClr val="lt1"/>
            </a:solidFill>
            <a:prstDash val="solid"/>
            <a:miter lim="800000"/>
            <a:headEnd type="none" w="sm" len="sm"/>
            <a:tailEnd type="none" w="sm" len="sm"/>
          </a:ln>
        </p:spPr>
        <p:txBody>
          <a:bodyPr spcFirstLastPara="1" wrap="square" lIns="57150" tIns="28575" rIns="57150" bIns="28575" anchor="ctr" anchorCtr="0">
            <a:noAutofit/>
          </a:bodyPr>
          <a:lstStyle/>
          <a:p>
            <a:pPr marL="0" marR="0" lvl="0" indent="0" algn="ctr" rtl="0">
              <a:spcBef>
                <a:spcPts val="0"/>
              </a:spcBef>
              <a:spcAft>
                <a:spcPts val="0"/>
              </a:spcAft>
              <a:buNone/>
            </a:pPr>
            <a:endParaRPr sz="1125">
              <a:solidFill>
                <a:schemeClr val="lt1"/>
              </a:solidFill>
              <a:latin typeface="Calibri"/>
              <a:ea typeface="Calibri"/>
              <a:cs typeface="Calibri"/>
              <a:sym typeface="Calibri"/>
            </a:endParaRPr>
          </a:p>
        </p:txBody>
      </p:sp>
      <p:pic>
        <p:nvPicPr>
          <p:cNvPr id="368" name="Google Shape;368;p15" title="Sequence Diagram.JPG"/>
          <p:cNvPicPr preferRelativeResize="0"/>
          <p:nvPr/>
        </p:nvPicPr>
        <p:blipFill>
          <a:blip r:embed="rId3">
            <a:alphaModFix/>
          </a:blip>
          <a:stretch>
            <a:fillRect/>
          </a:stretch>
        </p:blipFill>
        <p:spPr>
          <a:xfrm>
            <a:off x="793025" y="665250"/>
            <a:ext cx="7557949" cy="42513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16"/>
          <p:cNvSpPr/>
          <p:nvPr/>
        </p:nvSpPr>
        <p:spPr>
          <a:xfrm>
            <a:off x="267534" y="218475"/>
            <a:ext cx="6061800" cy="3012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B4540"/>
              </a:buClr>
              <a:buSzPts val="1875"/>
              <a:buFont typeface="Fraunces ExtraBold"/>
              <a:buNone/>
            </a:pPr>
            <a:r>
              <a:rPr lang="en-US" sz="2200" b="1">
                <a:solidFill>
                  <a:srgbClr val="3B4540"/>
                </a:solidFill>
                <a:latin typeface="Fraunces ExtraBold"/>
                <a:ea typeface="Fraunces ExtraBold"/>
                <a:cs typeface="Fraunces ExtraBold"/>
                <a:sym typeface="Fraunces ExtraBold"/>
              </a:rPr>
              <a:t>Context Diagram</a:t>
            </a:r>
            <a:endParaRPr sz="2200">
              <a:solidFill>
                <a:schemeClr val="dk1"/>
              </a:solidFill>
              <a:latin typeface="Calibri"/>
              <a:ea typeface="Calibri"/>
              <a:cs typeface="Calibri"/>
              <a:sym typeface="Calibri"/>
            </a:endParaRPr>
          </a:p>
        </p:txBody>
      </p:sp>
      <p:sp>
        <p:nvSpPr>
          <p:cNvPr id="375" name="Google Shape;375;p16"/>
          <p:cNvSpPr/>
          <p:nvPr/>
        </p:nvSpPr>
        <p:spPr>
          <a:xfrm>
            <a:off x="8026686" y="4835275"/>
            <a:ext cx="1065900" cy="256800"/>
          </a:xfrm>
          <a:prstGeom prst="rect">
            <a:avLst/>
          </a:prstGeom>
          <a:solidFill>
            <a:schemeClr val="lt1"/>
          </a:solidFill>
          <a:ln w="7950" cap="flat" cmpd="sng">
            <a:solidFill>
              <a:schemeClr val="lt1"/>
            </a:solidFill>
            <a:prstDash val="solid"/>
            <a:miter lim="800000"/>
            <a:headEnd type="none" w="sm" len="sm"/>
            <a:tailEnd type="none" w="sm" len="sm"/>
          </a:ln>
        </p:spPr>
        <p:txBody>
          <a:bodyPr spcFirstLastPara="1" wrap="square" lIns="57150" tIns="28575" rIns="57150" bIns="28575" anchor="ctr" anchorCtr="0">
            <a:noAutofit/>
          </a:bodyPr>
          <a:lstStyle/>
          <a:p>
            <a:pPr marL="0" marR="0" lvl="0" indent="0" algn="ctr" rtl="0">
              <a:spcBef>
                <a:spcPts val="0"/>
              </a:spcBef>
              <a:spcAft>
                <a:spcPts val="0"/>
              </a:spcAft>
              <a:buNone/>
            </a:pPr>
            <a:endParaRPr sz="1125">
              <a:solidFill>
                <a:schemeClr val="lt1"/>
              </a:solidFill>
              <a:latin typeface="Calibri"/>
              <a:ea typeface="Calibri"/>
              <a:cs typeface="Calibri"/>
              <a:sym typeface="Calibri"/>
            </a:endParaRPr>
          </a:p>
        </p:txBody>
      </p:sp>
      <p:pic>
        <p:nvPicPr>
          <p:cNvPr id="376" name="Google Shape;376;p16" title="Context Diagram.png"/>
          <p:cNvPicPr preferRelativeResize="0"/>
          <p:nvPr/>
        </p:nvPicPr>
        <p:blipFill>
          <a:blip r:embed="rId3">
            <a:alphaModFix/>
          </a:blip>
          <a:stretch>
            <a:fillRect/>
          </a:stretch>
        </p:blipFill>
        <p:spPr>
          <a:xfrm>
            <a:off x="2536038" y="519675"/>
            <a:ext cx="4071925" cy="44287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17"/>
          <p:cNvSpPr/>
          <p:nvPr/>
        </p:nvSpPr>
        <p:spPr>
          <a:xfrm>
            <a:off x="205175" y="211700"/>
            <a:ext cx="5052600" cy="404400"/>
          </a:xfrm>
          <a:prstGeom prst="rect">
            <a:avLst/>
          </a:prstGeom>
          <a:noFill/>
          <a:ln>
            <a:noFill/>
          </a:ln>
        </p:spPr>
        <p:txBody>
          <a:bodyPr spcFirstLastPara="1" wrap="square" lIns="0" tIns="0" rIns="0" bIns="0" anchor="t" anchorCtr="0">
            <a:noAutofit/>
          </a:bodyPr>
          <a:lstStyle/>
          <a:p>
            <a:pPr marL="0" marR="0" lvl="0" indent="0" algn="l" rtl="0">
              <a:lnSpc>
                <a:spcPct val="124137"/>
              </a:lnSpc>
              <a:spcBef>
                <a:spcPts val="0"/>
              </a:spcBef>
              <a:spcAft>
                <a:spcPts val="0"/>
              </a:spcAft>
              <a:buClr>
                <a:srgbClr val="3B4540"/>
              </a:buClr>
              <a:buSzPts val="906"/>
              <a:buFont typeface="Fraunces ExtraBold"/>
              <a:buNone/>
            </a:pPr>
            <a:r>
              <a:rPr lang="en-US" sz="2200" b="1">
                <a:solidFill>
                  <a:srgbClr val="3B4540"/>
                </a:solidFill>
                <a:latin typeface="Fraunces ExtraBold"/>
                <a:ea typeface="Fraunces ExtraBold"/>
                <a:cs typeface="Fraunces ExtraBold"/>
                <a:sym typeface="Fraunces ExtraBold"/>
              </a:rPr>
              <a:t>State Diagram</a:t>
            </a:r>
            <a:endParaRPr sz="2200">
              <a:solidFill>
                <a:schemeClr val="dk1"/>
              </a:solidFill>
              <a:latin typeface="Calibri"/>
              <a:ea typeface="Calibri"/>
              <a:cs typeface="Calibri"/>
              <a:sym typeface="Calibri"/>
            </a:endParaRPr>
          </a:p>
        </p:txBody>
      </p:sp>
      <p:sp>
        <p:nvSpPr>
          <p:cNvPr id="383" name="Google Shape;383;p17"/>
          <p:cNvSpPr/>
          <p:nvPr/>
        </p:nvSpPr>
        <p:spPr>
          <a:xfrm>
            <a:off x="8039529" y="4822433"/>
            <a:ext cx="1053300" cy="256800"/>
          </a:xfrm>
          <a:prstGeom prst="rect">
            <a:avLst/>
          </a:prstGeom>
          <a:solidFill>
            <a:schemeClr val="lt1"/>
          </a:solidFill>
          <a:ln w="7950" cap="flat" cmpd="sng">
            <a:solidFill>
              <a:schemeClr val="lt1"/>
            </a:solidFill>
            <a:prstDash val="solid"/>
            <a:miter lim="800000"/>
            <a:headEnd type="none" w="sm" len="sm"/>
            <a:tailEnd type="none" w="sm" len="sm"/>
          </a:ln>
        </p:spPr>
        <p:txBody>
          <a:bodyPr spcFirstLastPara="1" wrap="square" lIns="57150" tIns="28575" rIns="57150" bIns="28575" anchor="ctr" anchorCtr="0">
            <a:noAutofit/>
          </a:bodyPr>
          <a:lstStyle/>
          <a:p>
            <a:pPr marL="0" marR="0" lvl="0" indent="0" algn="ctr" rtl="0">
              <a:spcBef>
                <a:spcPts val="0"/>
              </a:spcBef>
              <a:spcAft>
                <a:spcPts val="0"/>
              </a:spcAft>
              <a:buNone/>
            </a:pPr>
            <a:endParaRPr sz="1125">
              <a:solidFill>
                <a:schemeClr val="lt1"/>
              </a:solidFill>
              <a:latin typeface="Calibri"/>
              <a:ea typeface="Calibri"/>
              <a:cs typeface="Calibri"/>
              <a:sym typeface="Calibri"/>
            </a:endParaRPr>
          </a:p>
        </p:txBody>
      </p:sp>
      <p:pic>
        <p:nvPicPr>
          <p:cNvPr id="384" name="Google Shape;384;p17" title="State Diagram.png"/>
          <p:cNvPicPr preferRelativeResize="0"/>
          <p:nvPr/>
        </p:nvPicPr>
        <p:blipFill>
          <a:blip r:embed="rId3">
            <a:alphaModFix/>
          </a:blip>
          <a:stretch>
            <a:fillRect/>
          </a:stretch>
        </p:blipFill>
        <p:spPr>
          <a:xfrm>
            <a:off x="645675" y="616100"/>
            <a:ext cx="7852649" cy="42867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g3dbbde14584_0_4"/>
          <p:cNvSpPr/>
          <p:nvPr/>
        </p:nvSpPr>
        <p:spPr>
          <a:xfrm>
            <a:off x="205175" y="211700"/>
            <a:ext cx="5052600" cy="404400"/>
          </a:xfrm>
          <a:prstGeom prst="rect">
            <a:avLst/>
          </a:prstGeom>
          <a:noFill/>
          <a:ln>
            <a:noFill/>
          </a:ln>
        </p:spPr>
        <p:txBody>
          <a:bodyPr spcFirstLastPara="1" wrap="square" lIns="0" tIns="0" rIns="0" bIns="0" anchor="t" anchorCtr="0">
            <a:noAutofit/>
          </a:bodyPr>
          <a:lstStyle/>
          <a:p>
            <a:pPr marL="0" marR="0" lvl="0" indent="0" algn="l" rtl="0">
              <a:lnSpc>
                <a:spcPct val="124137"/>
              </a:lnSpc>
              <a:spcBef>
                <a:spcPts val="0"/>
              </a:spcBef>
              <a:spcAft>
                <a:spcPts val="0"/>
              </a:spcAft>
              <a:buClr>
                <a:srgbClr val="3B4540"/>
              </a:buClr>
              <a:buSzPts val="906"/>
              <a:buFont typeface="Fraunces ExtraBold"/>
              <a:buNone/>
            </a:pPr>
            <a:r>
              <a:rPr lang="en-US" sz="2200" b="1">
                <a:solidFill>
                  <a:srgbClr val="3B4540"/>
                </a:solidFill>
                <a:latin typeface="Fraunces ExtraBold"/>
                <a:ea typeface="Fraunces ExtraBold"/>
                <a:cs typeface="Fraunces ExtraBold"/>
                <a:sym typeface="Fraunces ExtraBold"/>
              </a:rPr>
              <a:t>Database Diagram</a:t>
            </a:r>
            <a:endParaRPr sz="2200">
              <a:solidFill>
                <a:schemeClr val="dk1"/>
              </a:solidFill>
              <a:latin typeface="Calibri"/>
              <a:ea typeface="Calibri"/>
              <a:cs typeface="Calibri"/>
              <a:sym typeface="Calibri"/>
            </a:endParaRPr>
          </a:p>
        </p:txBody>
      </p:sp>
      <p:sp>
        <p:nvSpPr>
          <p:cNvPr id="391" name="Google Shape;391;g3dbbde14584_0_4"/>
          <p:cNvSpPr/>
          <p:nvPr/>
        </p:nvSpPr>
        <p:spPr>
          <a:xfrm>
            <a:off x="8039529" y="4822433"/>
            <a:ext cx="1053300" cy="256800"/>
          </a:xfrm>
          <a:prstGeom prst="rect">
            <a:avLst/>
          </a:prstGeom>
          <a:solidFill>
            <a:schemeClr val="lt1"/>
          </a:solidFill>
          <a:ln w="7950" cap="flat" cmpd="sng">
            <a:solidFill>
              <a:schemeClr val="lt1"/>
            </a:solidFill>
            <a:prstDash val="solid"/>
            <a:miter lim="800000"/>
            <a:headEnd type="none" w="sm" len="sm"/>
            <a:tailEnd type="none" w="sm" len="sm"/>
          </a:ln>
        </p:spPr>
        <p:txBody>
          <a:bodyPr spcFirstLastPara="1" wrap="square" lIns="57150" tIns="28575" rIns="57150" bIns="28575" anchor="ctr" anchorCtr="0">
            <a:noAutofit/>
          </a:bodyPr>
          <a:lstStyle/>
          <a:p>
            <a:pPr marL="0" marR="0" lvl="0" indent="0" algn="ctr" rtl="0">
              <a:spcBef>
                <a:spcPts val="0"/>
              </a:spcBef>
              <a:spcAft>
                <a:spcPts val="0"/>
              </a:spcAft>
              <a:buNone/>
            </a:pPr>
            <a:endParaRPr sz="1125">
              <a:solidFill>
                <a:schemeClr val="lt1"/>
              </a:solidFill>
              <a:latin typeface="Calibri"/>
              <a:ea typeface="Calibri"/>
              <a:cs typeface="Calibri"/>
              <a:sym typeface="Calibri"/>
            </a:endParaRPr>
          </a:p>
        </p:txBody>
      </p:sp>
      <p:pic>
        <p:nvPicPr>
          <p:cNvPr id="392" name="Google Shape;392;g3dbbde14584_0_4" title="Database Schema Diagram.png"/>
          <p:cNvPicPr preferRelativeResize="0"/>
          <p:nvPr/>
        </p:nvPicPr>
        <p:blipFill>
          <a:blip r:embed="rId3">
            <a:alphaModFix/>
          </a:blip>
          <a:stretch>
            <a:fillRect/>
          </a:stretch>
        </p:blipFill>
        <p:spPr>
          <a:xfrm>
            <a:off x="634125" y="616100"/>
            <a:ext cx="7875725" cy="42993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18"/>
          <p:cNvSpPr/>
          <p:nvPr/>
        </p:nvSpPr>
        <p:spPr>
          <a:xfrm>
            <a:off x="496119" y="323646"/>
            <a:ext cx="3189900" cy="3987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B4540"/>
              </a:buClr>
              <a:buSzPts val="2500"/>
              <a:buFont typeface="Fraunces ExtraBold"/>
              <a:buNone/>
            </a:pPr>
            <a:r>
              <a:rPr lang="en-US" sz="2600" b="1">
                <a:solidFill>
                  <a:srgbClr val="3B4540"/>
                </a:solidFill>
                <a:latin typeface="Fraunces ExtraBold"/>
                <a:ea typeface="Fraunces ExtraBold"/>
                <a:cs typeface="Fraunces ExtraBold"/>
                <a:sym typeface="Fraunces ExtraBold"/>
              </a:rPr>
              <a:t>Sprint 2 Recap</a:t>
            </a:r>
            <a:endParaRPr sz="2600">
              <a:solidFill>
                <a:schemeClr val="dk1"/>
              </a:solidFill>
              <a:latin typeface="Calibri"/>
              <a:ea typeface="Calibri"/>
              <a:cs typeface="Calibri"/>
              <a:sym typeface="Calibri"/>
            </a:endParaRPr>
          </a:p>
        </p:txBody>
      </p:sp>
      <p:sp>
        <p:nvSpPr>
          <p:cNvPr id="399" name="Google Shape;399;p18"/>
          <p:cNvSpPr/>
          <p:nvPr/>
        </p:nvSpPr>
        <p:spPr>
          <a:xfrm>
            <a:off x="496119" y="894457"/>
            <a:ext cx="1913700" cy="2391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B4540"/>
              </a:buClr>
              <a:buSzPts val="1500"/>
              <a:buFont typeface="Fraunces ExtraBold"/>
              <a:buNone/>
            </a:pPr>
            <a:r>
              <a:rPr lang="en-US" sz="1700" b="1">
                <a:solidFill>
                  <a:srgbClr val="3B4540"/>
                </a:solidFill>
                <a:latin typeface="Fraunces ExtraBold"/>
                <a:ea typeface="Fraunces ExtraBold"/>
                <a:cs typeface="Fraunces ExtraBold"/>
                <a:sym typeface="Fraunces ExtraBold"/>
              </a:rPr>
              <a:t>Sprint Goal:</a:t>
            </a:r>
            <a:endParaRPr sz="1700">
              <a:solidFill>
                <a:schemeClr val="dk1"/>
              </a:solidFill>
              <a:latin typeface="Calibri"/>
              <a:ea typeface="Calibri"/>
              <a:cs typeface="Calibri"/>
              <a:sym typeface="Calibri"/>
            </a:endParaRPr>
          </a:p>
        </p:txBody>
      </p:sp>
      <p:sp>
        <p:nvSpPr>
          <p:cNvPr id="400" name="Google Shape;400;p18"/>
          <p:cNvSpPr/>
          <p:nvPr/>
        </p:nvSpPr>
        <p:spPr>
          <a:xfrm>
            <a:off x="496125" y="1305662"/>
            <a:ext cx="8151900" cy="5244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405449"/>
              </a:buClr>
              <a:buSzPts val="1000"/>
              <a:buFont typeface="Nobile"/>
              <a:buNone/>
            </a:pPr>
            <a:r>
              <a:rPr lang="en-US" sz="1200">
                <a:solidFill>
                  <a:srgbClr val="405449"/>
                </a:solidFill>
                <a:latin typeface="Nobile"/>
                <a:ea typeface="Nobile"/>
                <a:cs typeface="Nobile"/>
                <a:sym typeface="Nobile"/>
              </a:rPr>
              <a:t>Deliver a fully integrated  RippleWealth platform with responsive UI, live event-driven simulation, end-to-end API connectivity </a:t>
            </a:r>
            <a:endParaRPr sz="1200">
              <a:solidFill>
                <a:schemeClr val="dk1"/>
              </a:solidFill>
              <a:latin typeface="Calibri"/>
              <a:ea typeface="Calibri"/>
              <a:cs typeface="Calibri"/>
              <a:sym typeface="Calibri"/>
            </a:endParaRPr>
          </a:p>
        </p:txBody>
      </p:sp>
      <p:sp>
        <p:nvSpPr>
          <p:cNvPr id="401" name="Google Shape;401;p18"/>
          <p:cNvSpPr/>
          <p:nvPr/>
        </p:nvSpPr>
        <p:spPr>
          <a:xfrm>
            <a:off x="496118" y="2002159"/>
            <a:ext cx="2714555" cy="160551"/>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B4540"/>
              </a:buClr>
              <a:buSzPts val="1500"/>
              <a:buFont typeface="Fraunces ExtraBold"/>
              <a:buNone/>
            </a:pPr>
            <a:r>
              <a:rPr lang="en-US" sz="1700" b="1" dirty="0">
                <a:solidFill>
                  <a:srgbClr val="3B4540"/>
                </a:solidFill>
                <a:latin typeface="Fraunces ExtraBold"/>
                <a:ea typeface="Fraunces ExtraBold"/>
                <a:cs typeface="Fraunces ExtraBold"/>
                <a:sym typeface="Fraunces ExtraBold"/>
              </a:rPr>
              <a:t>Work Completed:</a:t>
            </a:r>
            <a:endParaRPr sz="1700" dirty="0">
              <a:solidFill>
                <a:schemeClr val="dk1"/>
              </a:solidFill>
              <a:latin typeface="Calibri"/>
              <a:ea typeface="Calibri"/>
              <a:cs typeface="Calibri"/>
              <a:sym typeface="Calibri"/>
            </a:endParaRPr>
          </a:p>
        </p:txBody>
      </p:sp>
      <p:sp>
        <p:nvSpPr>
          <p:cNvPr id="402" name="Google Shape;402;p18"/>
          <p:cNvSpPr/>
          <p:nvPr/>
        </p:nvSpPr>
        <p:spPr>
          <a:xfrm>
            <a:off x="496119" y="2413345"/>
            <a:ext cx="8151900" cy="662100"/>
          </a:xfrm>
          <a:prstGeom prst="rect">
            <a:avLst/>
          </a:prstGeom>
          <a:noFill/>
          <a:ln>
            <a:noFill/>
          </a:ln>
        </p:spPr>
        <p:txBody>
          <a:bodyPr spcFirstLastPara="1" wrap="square" lIns="0" tIns="0" rIns="0" bIns="0" anchor="t" anchorCtr="0">
            <a:noAutofit/>
          </a:bodyPr>
          <a:lstStyle/>
          <a:p>
            <a:pPr marL="214313" marR="0" lvl="0" indent="-227013" algn="l" rtl="0">
              <a:lnSpc>
                <a:spcPct val="150000"/>
              </a:lnSpc>
              <a:spcBef>
                <a:spcPts val="0"/>
              </a:spcBef>
              <a:spcAft>
                <a:spcPts val="0"/>
              </a:spcAft>
              <a:buClr>
                <a:srgbClr val="405449"/>
              </a:buClr>
              <a:buSzPts val="1200"/>
              <a:buFont typeface="Nobile"/>
              <a:buChar char="•"/>
            </a:pPr>
            <a:r>
              <a:rPr lang="en-US" sz="1200">
                <a:solidFill>
                  <a:srgbClr val="405449"/>
                </a:solidFill>
                <a:latin typeface="Nobile"/>
                <a:ea typeface="Nobile"/>
                <a:cs typeface="Nobile"/>
                <a:sym typeface="Nobile"/>
              </a:rPr>
              <a:t>Setup FastAPI Project &amp; Database Models</a:t>
            </a:r>
            <a:endParaRPr sz="1200">
              <a:solidFill>
                <a:schemeClr val="dk1"/>
              </a:solidFill>
              <a:latin typeface="Calibri"/>
              <a:ea typeface="Calibri"/>
              <a:cs typeface="Calibri"/>
              <a:sym typeface="Calibri"/>
            </a:endParaRPr>
          </a:p>
          <a:p>
            <a:pPr marL="214313" marR="0" lvl="0" indent="-227013" algn="l" rtl="0">
              <a:lnSpc>
                <a:spcPct val="150000"/>
              </a:lnSpc>
              <a:spcBef>
                <a:spcPts val="0"/>
              </a:spcBef>
              <a:spcAft>
                <a:spcPts val="0"/>
              </a:spcAft>
              <a:buClr>
                <a:srgbClr val="405449"/>
              </a:buClr>
              <a:buSzPts val="1200"/>
              <a:buFont typeface="Nobile"/>
              <a:buChar char="•"/>
            </a:pPr>
            <a:r>
              <a:rPr lang="en-US" sz="1200">
                <a:solidFill>
                  <a:srgbClr val="405449"/>
                </a:solidFill>
                <a:latin typeface="Nobile"/>
                <a:ea typeface="Nobile"/>
                <a:cs typeface="Nobile"/>
                <a:sym typeface="Nobile"/>
              </a:rPr>
              <a:t>Knowledge Graph Visualization Structure</a:t>
            </a:r>
            <a:endParaRPr sz="1200">
              <a:solidFill>
                <a:schemeClr val="dk1"/>
              </a:solidFill>
              <a:latin typeface="Calibri"/>
              <a:ea typeface="Calibri"/>
              <a:cs typeface="Calibri"/>
              <a:sym typeface="Calibri"/>
            </a:endParaRPr>
          </a:p>
          <a:p>
            <a:pPr marL="214313" marR="0" lvl="0" indent="-227013" algn="l" rtl="0">
              <a:lnSpc>
                <a:spcPct val="150000"/>
              </a:lnSpc>
              <a:spcBef>
                <a:spcPts val="0"/>
              </a:spcBef>
              <a:spcAft>
                <a:spcPts val="0"/>
              </a:spcAft>
              <a:buClr>
                <a:srgbClr val="405449"/>
              </a:buClr>
              <a:buSzPts val="1200"/>
              <a:buFont typeface="Nobile"/>
              <a:buChar char="•"/>
            </a:pPr>
            <a:r>
              <a:rPr lang="en-US" sz="1200">
                <a:solidFill>
                  <a:srgbClr val="405449"/>
                </a:solidFill>
                <a:latin typeface="Nobile"/>
                <a:ea typeface="Nobile"/>
                <a:cs typeface="Nobile"/>
                <a:sym typeface="Nobile"/>
              </a:rPr>
              <a:t>AI–Backend Integration</a:t>
            </a:r>
            <a:endParaRPr sz="1200">
              <a:solidFill>
                <a:schemeClr val="dk1"/>
              </a:solidFill>
              <a:latin typeface="Calibri"/>
              <a:ea typeface="Calibri"/>
              <a:cs typeface="Calibri"/>
              <a:sym typeface="Calibri"/>
            </a:endParaRPr>
          </a:p>
        </p:txBody>
      </p:sp>
      <p:sp>
        <p:nvSpPr>
          <p:cNvPr id="403" name="Google Shape;403;p18"/>
          <p:cNvSpPr/>
          <p:nvPr/>
        </p:nvSpPr>
        <p:spPr>
          <a:xfrm>
            <a:off x="496119" y="3274938"/>
            <a:ext cx="1913700" cy="2391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B4540"/>
              </a:buClr>
              <a:buSzPts val="1500"/>
              <a:buFont typeface="Fraunces ExtraBold"/>
              <a:buNone/>
            </a:pPr>
            <a:r>
              <a:rPr lang="en-US" sz="1700" b="1">
                <a:solidFill>
                  <a:srgbClr val="3B4540"/>
                </a:solidFill>
                <a:latin typeface="Fraunces ExtraBold"/>
                <a:ea typeface="Fraunces ExtraBold"/>
                <a:cs typeface="Fraunces ExtraBold"/>
                <a:sym typeface="Fraunces ExtraBold"/>
              </a:rPr>
              <a:t>Key Features:</a:t>
            </a:r>
            <a:endParaRPr sz="1700">
              <a:solidFill>
                <a:schemeClr val="dk1"/>
              </a:solidFill>
              <a:latin typeface="Calibri"/>
              <a:ea typeface="Calibri"/>
              <a:cs typeface="Calibri"/>
              <a:sym typeface="Calibri"/>
            </a:endParaRPr>
          </a:p>
        </p:txBody>
      </p:sp>
      <p:sp>
        <p:nvSpPr>
          <p:cNvPr id="404" name="Google Shape;404;p18"/>
          <p:cNvSpPr/>
          <p:nvPr/>
        </p:nvSpPr>
        <p:spPr>
          <a:xfrm>
            <a:off x="496119" y="3658748"/>
            <a:ext cx="8151900" cy="1364400"/>
          </a:xfrm>
          <a:prstGeom prst="rect">
            <a:avLst/>
          </a:prstGeom>
          <a:noFill/>
          <a:ln>
            <a:noFill/>
          </a:ln>
        </p:spPr>
        <p:txBody>
          <a:bodyPr spcFirstLastPara="1" wrap="square" lIns="0" tIns="0" rIns="0" bIns="0" anchor="t" anchorCtr="0">
            <a:noAutofit/>
          </a:bodyPr>
          <a:lstStyle/>
          <a:p>
            <a:pPr marL="214313" marR="0" lvl="0" indent="-227013" algn="l" rtl="0">
              <a:lnSpc>
                <a:spcPct val="150000"/>
              </a:lnSpc>
              <a:spcBef>
                <a:spcPts val="0"/>
              </a:spcBef>
              <a:spcAft>
                <a:spcPts val="0"/>
              </a:spcAft>
              <a:buClr>
                <a:srgbClr val="405449"/>
              </a:buClr>
              <a:buSzPts val="1200"/>
              <a:buFont typeface="Nobile"/>
              <a:buChar char="•"/>
            </a:pPr>
            <a:r>
              <a:rPr lang="en-US" sz="1200">
                <a:solidFill>
                  <a:srgbClr val="405449"/>
                </a:solidFill>
                <a:latin typeface="Nobile"/>
                <a:ea typeface="Nobile"/>
                <a:cs typeface="Nobile"/>
                <a:sym typeface="Nobile"/>
              </a:rPr>
              <a:t>End-to-end authentication — register, login, and persistent session across page refreshes </a:t>
            </a:r>
            <a:endParaRPr sz="1200">
              <a:solidFill>
                <a:schemeClr val="dk1"/>
              </a:solidFill>
              <a:latin typeface="Calibri"/>
              <a:ea typeface="Calibri"/>
              <a:cs typeface="Calibri"/>
              <a:sym typeface="Calibri"/>
            </a:endParaRPr>
          </a:p>
          <a:p>
            <a:pPr marL="214313" marR="0" lvl="0" indent="-227013" algn="l" rtl="0">
              <a:lnSpc>
                <a:spcPct val="150000"/>
              </a:lnSpc>
              <a:spcBef>
                <a:spcPts val="0"/>
              </a:spcBef>
              <a:spcAft>
                <a:spcPts val="0"/>
              </a:spcAft>
              <a:buClr>
                <a:srgbClr val="405449"/>
              </a:buClr>
              <a:buSzPts val="1200"/>
              <a:buFont typeface="Nobile"/>
              <a:buChar char="•"/>
            </a:pPr>
            <a:r>
              <a:rPr lang="en-US" sz="1200">
                <a:solidFill>
                  <a:srgbClr val="405449"/>
                </a:solidFill>
                <a:latin typeface="Nobile"/>
                <a:ea typeface="Nobile"/>
                <a:cs typeface="Nobile"/>
                <a:sym typeface="Nobile"/>
              </a:rPr>
              <a:t>Centralised risk dashboard with sector allocation bars, KPI cards, and metric cards </a:t>
            </a:r>
            <a:endParaRPr sz="1200">
              <a:solidFill>
                <a:schemeClr val="dk1"/>
              </a:solidFill>
              <a:latin typeface="Calibri"/>
              <a:ea typeface="Calibri"/>
              <a:cs typeface="Calibri"/>
              <a:sym typeface="Calibri"/>
            </a:endParaRPr>
          </a:p>
          <a:p>
            <a:pPr marL="214313" marR="0" lvl="0" indent="-227013" algn="l" rtl="0">
              <a:lnSpc>
                <a:spcPct val="150000"/>
              </a:lnSpc>
              <a:spcBef>
                <a:spcPts val="0"/>
              </a:spcBef>
              <a:spcAft>
                <a:spcPts val="0"/>
              </a:spcAft>
              <a:buClr>
                <a:srgbClr val="405449"/>
              </a:buClr>
              <a:buSzPts val="1200"/>
              <a:buFont typeface="Nobile"/>
              <a:buChar char="•"/>
            </a:pPr>
            <a:r>
              <a:rPr lang="en-US" sz="1200">
                <a:solidFill>
                  <a:srgbClr val="405449"/>
                </a:solidFill>
                <a:latin typeface="Nobile"/>
                <a:ea typeface="Nobile"/>
                <a:cs typeface="Nobile"/>
                <a:sym typeface="Nobile"/>
              </a:rPr>
              <a:t>Error handling</a:t>
            </a:r>
            <a:endParaRPr sz="1200">
              <a:solidFill>
                <a:schemeClr val="dk1"/>
              </a:solidFill>
              <a:latin typeface="Calibri"/>
              <a:ea typeface="Calibri"/>
              <a:cs typeface="Calibri"/>
              <a:sym typeface="Calibri"/>
            </a:endParaRPr>
          </a:p>
          <a:p>
            <a:pPr marL="214313" marR="0" lvl="0" indent="-227013" algn="l" rtl="0">
              <a:lnSpc>
                <a:spcPct val="150000"/>
              </a:lnSpc>
              <a:spcBef>
                <a:spcPts val="0"/>
              </a:spcBef>
              <a:spcAft>
                <a:spcPts val="0"/>
              </a:spcAft>
              <a:buClr>
                <a:srgbClr val="405449"/>
              </a:buClr>
              <a:buSzPts val="1200"/>
              <a:buFont typeface="Nobile"/>
              <a:buChar char="•"/>
            </a:pPr>
            <a:r>
              <a:rPr lang="en-US" sz="1200">
                <a:solidFill>
                  <a:srgbClr val="405449"/>
                </a:solidFill>
                <a:latin typeface="Nobile"/>
                <a:ea typeface="Nobile"/>
                <a:cs typeface="Nobile"/>
                <a:sym typeface="Nobile"/>
              </a:rPr>
              <a:t>Natural language risk explanations generated for every analysis run </a:t>
            </a:r>
            <a:endParaRPr sz="1200">
              <a:solidFill>
                <a:srgbClr val="405449"/>
              </a:solidFill>
              <a:latin typeface="Nobile"/>
              <a:ea typeface="Nobile"/>
              <a:cs typeface="Nobile"/>
              <a:sym typeface="Nobile"/>
            </a:endParaRPr>
          </a:p>
        </p:txBody>
      </p:sp>
      <p:sp>
        <p:nvSpPr>
          <p:cNvPr id="405" name="Google Shape;405;p18"/>
          <p:cNvSpPr/>
          <p:nvPr/>
        </p:nvSpPr>
        <p:spPr>
          <a:xfrm>
            <a:off x="8045949" y="4848118"/>
            <a:ext cx="1046700" cy="243900"/>
          </a:xfrm>
          <a:prstGeom prst="rect">
            <a:avLst/>
          </a:prstGeom>
          <a:solidFill>
            <a:schemeClr val="lt1"/>
          </a:solidFill>
          <a:ln w="7950" cap="flat" cmpd="sng">
            <a:solidFill>
              <a:schemeClr val="lt1"/>
            </a:solidFill>
            <a:prstDash val="solid"/>
            <a:miter lim="800000"/>
            <a:headEnd type="none" w="sm" len="sm"/>
            <a:tailEnd type="none" w="sm" len="sm"/>
          </a:ln>
        </p:spPr>
        <p:txBody>
          <a:bodyPr spcFirstLastPara="1" wrap="square" lIns="57150" tIns="28575" rIns="57150" bIns="28575" anchor="ctr" anchorCtr="0">
            <a:noAutofit/>
          </a:bodyPr>
          <a:lstStyle/>
          <a:p>
            <a:pPr marL="0" marR="0" lvl="0" indent="0" algn="ctr" rtl="0">
              <a:spcBef>
                <a:spcPts val="0"/>
              </a:spcBef>
              <a:spcAft>
                <a:spcPts val="0"/>
              </a:spcAft>
              <a:buNone/>
            </a:pPr>
            <a:endParaRPr sz="1125">
              <a:solidFill>
                <a:schemeClr val="lt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19"/>
          <p:cNvSpPr/>
          <p:nvPr/>
        </p:nvSpPr>
        <p:spPr>
          <a:xfrm>
            <a:off x="152394" y="460629"/>
            <a:ext cx="5478000" cy="443100"/>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3B4540"/>
              </a:buClr>
              <a:buSzPts val="2781"/>
              <a:buFont typeface="Fraunces ExtraBold"/>
              <a:buNone/>
            </a:pPr>
            <a:r>
              <a:rPr lang="en-US" sz="2781" b="1">
                <a:solidFill>
                  <a:srgbClr val="3B4540"/>
                </a:solidFill>
                <a:latin typeface="Fraunces ExtraBold"/>
                <a:ea typeface="Fraunces ExtraBold"/>
                <a:cs typeface="Fraunces ExtraBold"/>
                <a:sym typeface="Fraunces ExtraBold"/>
              </a:rPr>
              <a:t>Product Backlog - User Stories</a:t>
            </a:r>
            <a:endParaRPr sz="2781">
              <a:solidFill>
                <a:schemeClr val="dk1"/>
              </a:solidFill>
              <a:latin typeface="Calibri"/>
              <a:ea typeface="Calibri"/>
              <a:cs typeface="Calibri"/>
              <a:sym typeface="Calibri"/>
            </a:endParaRPr>
          </a:p>
        </p:txBody>
      </p:sp>
      <p:sp>
        <p:nvSpPr>
          <p:cNvPr id="412" name="Google Shape;412;p19"/>
          <p:cNvSpPr/>
          <p:nvPr/>
        </p:nvSpPr>
        <p:spPr>
          <a:xfrm>
            <a:off x="8007421" y="4848118"/>
            <a:ext cx="1065900" cy="231300"/>
          </a:xfrm>
          <a:prstGeom prst="rect">
            <a:avLst/>
          </a:prstGeom>
          <a:solidFill>
            <a:schemeClr val="lt1"/>
          </a:solidFill>
          <a:ln w="7950" cap="flat" cmpd="sng">
            <a:solidFill>
              <a:schemeClr val="lt1"/>
            </a:solidFill>
            <a:prstDash val="solid"/>
            <a:miter lim="800000"/>
            <a:headEnd type="none" w="sm" len="sm"/>
            <a:tailEnd type="none" w="sm" len="sm"/>
          </a:ln>
        </p:spPr>
        <p:txBody>
          <a:bodyPr spcFirstLastPara="1" wrap="square" lIns="57150" tIns="28575" rIns="57150" bIns="28575" anchor="ctr" anchorCtr="0">
            <a:noAutofit/>
          </a:bodyPr>
          <a:lstStyle/>
          <a:p>
            <a:pPr marL="0" marR="0" lvl="0" indent="0" algn="ctr" rtl="0">
              <a:spcBef>
                <a:spcPts val="0"/>
              </a:spcBef>
              <a:spcAft>
                <a:spcPts val="0"/>
              </a:spcAft>
              <a:buNone/>
            </a:pPr>
            <a:endParaRPr sz="1125">
              <a:solidFill>
                <a:schemeClr val="lt1"/>
              </a:solidFill>
              <a:latin typeface="Calibri"/>
              <a:ea typeface="Calibri"/>
              <a:cs typeface="Calibri"/>
              <a:sym typeface="Calibri"/>
            </a:endParaRPr>
          </a:p>
        </p:txBody>
      </p:sp>
      <p:pic>
        <p:nvPicPr>
          <p:cNvPr id="413" name="Google Shape;413;p19"/>
          <p:cNvPicPr preferRelativeResize="0"/>
          <p:nvPr/>
        </p:nvPicPr>
        <p:blipFill>
          <a:blip r:embed="rId3">
            <a:alphaModFix/>
          </a:blip>
          <a:stretch>
            <a:fillRect/>
          </a:stretch>
        </p:blipFill>
        <p:spPr>
          <a:xfrm>
            <a:off x="111538" y="1113175"/>
            <a:ext cx="8920923" cy="303830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20"/>
          <p:cNvSpPr/>
          <p:nvPr/>
        </p:nvSpPr>
        <p:spPr>
          <a:xfrm>
            <a:off x="410847" y="191750"/>
            <a:ext cx="2846700" cy="190800"/>
          </a:xfrm>
          <a:prstGeom prst="rect">
            <a:avLst/>
          </a:prstGeom>
          <a:noFill/>
          <a:ln>
            <a:noFill/>
          </a:ln>
        </p:spPr>
        <p:txBody>
          <a:bodyPr spcFirstLastPara="1" wrap="square" lIns="0" tIns="0" rIns="0" bIns="0" anchor="t" anchorCtr="0">
            <a:noAutofit/>
          </a:bodyPr>
          <a:lstStyle/>
          <a:p>
            <a:pPr marL="0" marR="0" lvl="0" indent="0" algn="l" rtl="0">
              <a:lnSpc>
                <a:spcPct val="126315"/>
              </a:lnSpc>
              <a:spcBef>
                <a:spcPts val="0"/>
              </a:spcBef>
              <a:spcAft>
                <a:spcPts val="0"/>
              </a:spcAft>
              <a:buClr>
                <a:srgbClr val="3B4540"/>
              </a:buClr>
              <a:buSzPts val="1188"/>
              <a:buFont typeface="Fraunces ExtraBold"/>
              <a:buNone/>
            </a:pPr>
            <a:r>
              <a:rPr lang="en-US" sz="2000" b="1">
                <a:solidFill>
                  <a:srgbClr val="3B4540"/>
                </a:solidFill>
                <a:latin typeface="Fraunces ExtraBold"/>
                <a:ea typeface="Fraunces ExtraBold"/>
                <a:cs typeface="Fraunces ExtraBold"/>
                <a:sym typeface="Fraunces ExtraBold"/>
              </a:rPr>
              <a:t>Acceptance Criteria</a:t>
            </a:r>
            <a:endParaRPr sz="2000">
              <a:solidFill>
                <a:schemeClr val="dk1"/>
              </a:solidFill>
              <a:latin typeface="Calibri"/>
              <a:ea typeface="Calibri"/>
              <a:cs typeface="Calibri"/>
              <a:sym typeface="Calibri"/>
            </a:endParaRPr>
          </a:p>
        </p:txBody>
      </p:sp>
      <p:sp>
        <p:nvSpPr>
          <p:cNvPr id="420" name="Google Shape;420;p20"/>
          <p:cNvSpPr/>
          <p:nvPr/>
        </p:nvSpPr>
        <p:spPr>
          <a:xfrm>
            <a:off x="410840" y="747404"/>
            <a:ext cx="8322300" cy="4172700"/>
          </a:xfrm>
          <a:prstGeom prst="roundRect">
            <a:avLst>
              <a:gd name="adj" fmla="val 1646"/>
            </a:avLst>
          </a:prstGeom>
          <a:noFill/>
          <a:ln w="5950" cap="flat" cmpd="sng">
            <a:solidFill>
              <a:srgbClr val="000000">
                <a:alpha val="7840"/>
              </a:srgbClr>
            </a:solidFill>
            <a:prstDash val="solid"/>
            <a:round/>
            <a:headEnd type="none" w="sm" len="sm"/>
            <a:tailEnd type="none" w="sm" len="sm"/>
          </a:ln>
        </p:spPr>
        <p:txBody>
          <a:bodyPr spcFirstLastPara="1" wrap="square" lIns="57150" tIns="57150" rIns="57150" bIns="57150" anchor="ctr" anchorCtr="0">
            <a:noAutofit/>
          </a:bodyPr>
          <a:lstStyle/>
          <a:p>
            <a:pPr marL="0" marR="0" lvl="0" indent="0" algn="l" rtl="0">
              <a:lnSpc>
                <a:spcPct val="121052"/>
              </a:lnSpc>
              <a:spcBef>
                <a:spcPts val="0"/>
              </a:spcBef>
              <a:spcAft>
                <a:spcPts val="0"/>
              </a:spcAft>
              <a:buClr>
                <a:srgbClr val="405449"/>
              </a:buClr>
              <a:buSzPts val="594"/>
              <a:buFont typeface="Nobile"/>
              <a:buNone/>
            </a:pPr>
            <a:endParaRPr sz="594">
              <a:solidFill>
                <a:srgbClr val="405449"/>
              </a:solidFill>
              <a:latin typeface="Nobile"/>
              <a:ea typeface="Nobile"/>
              <a:cs typeface="Nobile"/>
              <a:sym typeface="Nobile"/>
            </a:endParaRPr>
          </a:p>
        </p:txBody>
      </p:sp>
      <p:sp>
        <p:nvSpPr>
          <p:cNvPr id="421" name="Google Shape;421;p20"/>
          <p:cNvSpPr/>
          <p:nvPr/>
        </p:nvSpPr>
        <p:spPr>
          <a:xfrm>
            <a:off x="492026" y="655960"/>
            <a:ext cx="1923300" cy="93900"/>
          </a:xfrm>
          <a:prstGeom prst="rect">
            <a:avLst/>
          </a:prstGeom>
          <a:noFill/>
          <a:ln>
            <a:noFill/>
          </a:ln>
        </p:spPr>
        <p:txBody>
          <a:bodyPr spcFirstLastPara="1" wrap="square" lIns="0" tIns="0" rIns="0" bIns="0" anchor="t" anchorCtr="0">
            <a:noAutofit/>
          </a:bodyPr>
          <a:lstStyle/>
          <a:p>
            <a:pPr marL="0" marR="0" lvl="0" indent="0" algn="l" rtl="0">
              <a:lnSpc>
                <a:spcPct val="121052"/>
              </a:lnSpc>
              <a:spcBef>
                <a:spcPts val="0"/>
              </a:spcBef>
              <a:spcAft>
                <a:spcPts val="0"/>
              </a:spcAft>
              <a:buClr>
                <a:srgbClr val="405449"/>
              </a:buClr>
              <a:buSzPts val="594"/>
              <a:buFont typeface="Nobile"/>
              <a:buNone/>
            </a:pPr>
            <a:r>
              <a:rPr lang="en-US" sz="594">
                <a:solidFill>
                  <a:srgbClr val="405449"/>
                </a:solidFill>
                <a:latin typeface="Nobile"/>
                <a:ea typeface="Nobile"/>
                <a:cs typeface="Nobile"/>
                <a:sym typeface="Nobile"/>
              </a:rPr>
              <a:t>Issue Type</a:t>
            </a:r>
            <a:endParaRPr sz="594">
              <a:solidFill>
                <a:schemeClr val="dk1"/>
              </a:solidFill>
              <a:latin typeface="Calibri"/>
              <a:ea typeface="Calibri"/>
              <a:cs typeface="Calibri"/>
              <a:sym typeface="Calibri"/>
            </a:endParaRPr>
          </a:p>
        </p:txBody>
      </p:sp>
      <p:sp>
        <p:nvSpPr>
          <p:cNvPr id="422" name="Google Shape;422;p20"/>
          <p:cNvSpPr/>
          <p:nvPr/>
        </p:nvSpPr>
        <p:spPr>
          <a:xfrm>
            <a:off x="2572569" y="655960"/>
            <a:ext cx="1920900" cy="93900"/>
          </a:xfrm>
          <a:prstGeom prst="rect">
            <a:avLst/>
          </a:prstGeom>
          <a:noFill/>
          <a:ln>
            <a:noFill/>
          </a:ln>
        </p:spPr>
        <p:txBody>
          <a:bodyPr spcFirstLastPara="1" wrap="square" lIns="0" tIns="0" rIns="0" bIns="0" anchor="t" anchorCtr="0">
            <a:noAutofit/>
          </a:bodyPr>
          <a:lstStyle/>
          <a:p>
            <a:pPr marL="0" marR="0" lvl="0" indent="0" algn="l" rtl="0">
              <a:lnSpc>
                <a:spcPct val="121052"/>
              </a:lnSpc>
              <a:spcBef>
                <a:spcPts val="0"/>
              </a:spcBef>
              <a:spcAft>
                <a:spcPts val="0"/>
              </a:spcAft>
              <a:buClr>
                <a:srgbClr val="405449"/>
              </a:buClr>
              <a:buSzPts val="594"/>
              <a:buFont typeface="Nobile"/>
              <a:buNone/>
            </a:pPr>
            <a:r>
              <a:rPr lang="en-US" sz="594">
                <a:solidFill>
                  <a:srgbClr val="405449"/>
                </a:solidFill>
                <a:latin typeface="Nobile"/>
                <a:ea typeface="Nobile"/>
                <a:cs typeface="Nobile"/>
                <a:sym typeface="Nobile"/>
              </a:rPr>
              <a:t>ID</a:t>
            </a:r>
            <a:endParaRPr sz="594">
              <a:solidFill>
                <a:schemeClr val="dk1"/>
              </a:solidFill>
              <a:latin typeface="Calibri"/>
              <a:ea typeface="Calibri"/>
              <a:cs typeface="Calibri"/>
              <a:sym typeface="Calibri"/>
            </a:endParaRPr>
          </a:p>
        </p:txBody>
      </p:sp>
      <p:sp>
        <p:nvSpPr>
          <p:cNvPr id="423" name="Google Shape;423;p20"/>
          <p:cNvSpPr/>
          <p:nvPr/>
        </p:nvSpPr>
        <p:spPr>
          <a:xfrm>
            <a:off x="4650730" y="655960"/>
            <a:ext cx="1920900" cy="93900"/>
          </a:xfrm>
          <a:prstGeom prst="rect">
            <a:avLst/>
          </a:prstGeom>
          <a:noFill/>
          <a:ln>
            <a:noFill/>
          </a:ln>
        </p:spPr>
        <p:txBody>
          <a:bodyPr spcFirstLastPara="1" wrap="square" lIns="0" tIns="0" rIns="0" bIns="0" anchor="t" anchorCtr="0">
            <a:noAutofit/>
          </a:bodyPr>
          <a:lstStyle/>
          <a:p>
            <a:pPr marL="0" marR="0" lvl="0" indent="0" algn="l" rtl="0">
              <a:lnSpc>
                <a:spcPct val="121052"/>
              </a:lnSpc>
              <a:spcBef>
                <a:spcPts val="0"/>
              </a:spcBef>
              <a:spcAft>
                <a:spcPts val="0"/>
              </a:spcAft>
              <a:buClr>
                <a:srgbClr val="405449"/>
              </a:buClr>
              <a:buSzPts val="594"/>
              <a:buFont typeface="Nobile"/>
              <a:buNone/>
            </a:pPr>
            <a:r>
              <a:rPr lang="en-US" sz="594">
                <a:solidFill>
                  <a:srgbClr val="405449"/>
                </a:solidFill>
                <a:latin typeface="Nobile"/>
                <a:ea typeface="Nobile"/>
                <a:cs typeface="Nobile"/>
                <a:sym typeface="Nobile"/>
              </a:rPr>
              <a:t>Summary</a:t>
            </a:r>
            <a:endParaRPr sz="594">
              <a:solidFill>
                <a:schemeClr val="dk1"/>
              </a:solidFill>
              <a:latin typeface="Calibri"/>
              <a:ea typeface="Calibri"/>
              <a:cs typeface="Calibri"/>
              <a:sym typeface="Calibri"/>
            </a:endParaRPr>
          </a:p>
        </p:txBody>
      </p:sp>
      <p:sp>
        <p:nvSpPr>
          <p:cNvPr id="424" name="Google Shape;424;p20"/>
          <p:cNvSpPr/>
          <p:nvPr/>
        </p:nvSpPr>
        <p:spPr>
          <a:xfrm>
            <a:off x="6728892" y="655960"/>
            <a:ext cx="1923300" cy="93900"/>
          </a:xfrm>
          <a:prstGeom prst="rect">
            <a:avLst/>
          </a:prstGeom>
          <a:noFill/>
          <a:ln>
            <a:noFill/>
          </a:ln>
        </p:spPr>
        <p:txBody>
          <a:bodyPr spcFirstLastPara="1" wrap="square" lIns="0" tIns="0" rIns="0" bIns="0" anchor="t" anchorCtr="0">
            <a:noAutofit/>
          </a:bodyPr>
          <a:lstStyle/>
          <a:p>
            <a:pPr marL="0" marR="0" lvl="0" indent="0" algn="l" rtl="0">
              <a:lnSpc>
                <a:spcPct val="121052"/>
              </a:lnSpc>
              <a:spcBef>
                <a:spcPts val="0"/>
              </a:spcBef>
              <a:spcAft>
                <a:spcPts val="0"/>
              </a:spcAft>
              <a:buClr>
                <a:srgbClr val="405449"/>
              </a:buClr>
              <a:buSzPts val="594"/>
              <a:buFont typeface="Nobile"/>
              <a:buNone/>
            </a:pPr>
            <a:r>
              <a:rPr lang="en-US" sz="594">
                <a:solidFill>
                  <a:srgbClr val="405449"/>
                </a:solidFill>
                <a:latin typeface="Nobile"/>
                <a:ea typeface="Nobile"/>
                <a:cs typeface="Nobile"/>
                <a:sym typeface="Nobile"/>
              </a:rPr>
              <a:t>Scenario</a:t>
            </a:r>
            <a:endParaRPr sz="594">
              <a:solidFill>
                <a:schemeClr val="dk1"/>
              </a:solidFill>
              <a:latin typeface="Calibri"/>
              <a:ea typeface="Calibri"/>
              <a:cs typeface="Calibri"/>
              <a:sym typeface="Calibri"/>
            </a:endParaRPr>
          </a:p>
        </p:txBody>
      </p:sp>
      <p:sp>
        <p:nvSpPr>
          <p:cNvPr id="425" name="Google Shape;425;p20"/>
          <p:cNvSpPr/>
          <p:nvPr/>
        </p:nvSpPr>
        <p:spPr>
          <a:xfrm>
            <a:off x="492026" y="813346"/>
            <a:ext cx="1923300" cy="93900"/>
          </a:xfrm>
          <a:prstGeom prst="rect">
            <a:avLst/>
          </a:prstGeom>
          <a:noFill/>
          <a:ln>
            <a:noFill/>
          </a:ln>
        </p:spPr>
        <p:txBody>
          <a:bodyPr spcFirstLastPara="1" wrap="square" lIns="0" tIns="0" rIns="0" bIns="0" anchor="t" anchorCtr="0">
            <a:noAutofit/>
          </a:bodyPr>
          <a:lstStyle/>
          <a:p>
            <a:pPr marL="0" marR="0" lvl="0" indent="0" algn="l" rtl="0">
              <a:lnSpc>
                <a:spcPct val="121052"/>
              </a:lnSpc>
              <a:spcBef>
                <a:spcPts val="0"/>
              </a:spcBef>
              <a:spcAft>
                <a:spcPts val="0"/>
              </a:spcAft>
              <a:buClr>
                <a:srgbClr val="405449"/>
              </a:buClr>
              <a:buSzPts val="594"/>
              <a:buFont typeface="Nobile"/>
              <a:buNone/>
            </a:pPr>
            <a:r>
              <a:rPr lang="en-US" sz="594">
                <a:solidFill>
                  <a:srgbClr val="405449"/>
                </a:solidFill>
                <a:latin typeface="Nobile"/>
                <a:ea typeface="Nobile"/>
                <a:cs typeface="Nobile"/>
                <a:sym typeface="Nobile"/>
              </a:rPr>
              <a:t>Acceptance Criteria</a:t>
            </a:r>
            <a:endParaRPr sz="594">
              <a:solidFill>
                <a:schemeClr val="dk1"/>
              </a:solidFill>
              <a:latin typeface="Calibri"/>
              <a:ea typeface="Calibri"/>
              <a:cs typeface="Calibri"/>
              <a:sym typeface="Calibri"/>
            </a:endParaRPr>
          </a:p>
        </p:txBody>
      </p:sp>
      <p:sp>
        <p:nvSpPr>
          <p:cNvPr id="426" name="Google Shape;426;p20"/>
          <p:cNvSpPr/>
          <p:nvPr/>
        </p:nvSpPr>
        <p:spPr>
          <a:xfrm>
            <a:off x="2572569" y="813346"/>
            <a:ext cx="1920900" cy="93900"/>
          </a:xfrm>
          <a:prstGeom prst="rect">
            <a:avLst/>
          </a:prstGeom>
          <a:noFill/>
          <a:ln>
            <a:noFill/>
          </a:ln>
        </p:spPr>
        <p:txBody>
          <a:bodyPr spcFirstLastPara="1" wrap="square" lIns="0" tIns="0" rIns="0" bIns="0" anchor="t" anchorCtr="0">
            <a:noAutofit/>
          </a:bodyPr>
          <a:lstStyle/>
          <a:p>
            <a:pPr marL="0" marR="0" lvl="0" indent="0" algn="l" rtl="0">
              <a:lnSpc>
                <a:spcPct val="121052"/>
              </a:lnSpc>
              <a:spcBef>
                <a:spcPts val="0"/>
              </a:spcBef>
              <a:spcAft>
                <a:spcPts val="0"/>
              </a:spcAft>
              <a:buClr>
                <a:srgbClr val="405449"/>
              </a:buClr>
              <a:buSzPts val="594"/>
              <a:buFont typeface="Nobile"/>
              <a:buNone/>
            </a:pPr>
            <a:r>
              <a:rPr lang="en-US" sz="594">
                <a:solidFill>
                  <a:srgbClr val="405449"/>
                </a:solidFill>
                <a:latin typeface="Nobile"/>
                <a:ea typeface="Nobile"/>
                <a:cs typeface="Nobile"/>
                <a:sym typeface="Nobile"/>
              </a:rPr>
              <a:t>T8-70</a:t>
            </a:r>
            <a:endParaRPr sz="594">
              <a:solidFill>
                <a:schemeClr val="dk1"/>
              </a:solidFill>
              <a:latin typeface="Calibri"/>
              <a:ea typeface="Calibri"/>
              <a:cs typeface="Calibri"/>
              <a:sym typeface="Calibri"/>
            </a:endParaRPr>
          </a:p>
        </p:txBody>
      </p:sp>
      <p:sp>
        <p:nvSpPr>
          <p:cNvPr id="427" name="Google Shape;427;p20"/>
          <p:cNvSpPr/>
          <p:nvPr/>
        </p:nvSpPr>
        <p:spPr>
          <a:xfrm>
            <a:off x="4650730" y="813346"/>
            <a:ext cx="1920900" cy="281400"/>
          </a:xfrm>
          <a:prstGeom prst="rect">
            <a:avLst/>
          </a:prstGeom>
          <a:noFill/>
          <a:ln>
            <a:noFill/>
          </a:ln>
        </p:spPr>
        <p:txBody>
          <a:bodyPr spcFirstLastPara="1" wrap="square" lIns="0" tIns="0" rIns="0" bIns="0" anchor="t" anchorCtr="0">
            <a:noAutofit/>
          </a:bodyPr>
          <a:lstStyle/>
          <a:p>
            <a:pPr marL="0" marR="0" lvl="0" indent="0" algn="l" rtl="0">
              <a:lnSpc>
                <a:spcPct val="121052"/>
              </a:lnSpc>
              <a:spcBef>
                <a:spcPts val="0"/>
              </a:spcBef>
              <a:spcAft>
                <a:spcPts val="0"/>
              </a:spcAft>
              <a:buClr>
                <a:srgbClr val="405449"/>
              </a:buClr>
              <a:buSzPts val="594"/>
              <a:buFont typeface="Nobile"/>
              <a:buNone/>
            </a:pPr>
            <a:r>
              <a:rPr lang="en-US" sz="594">
                <a:solidFill>
                  <a:srgbClr val="405449"/>
                </a:solidFill>
                <a:latin typeface="Nobile"/>
                <a:ea typeface="Nobile"/>
                <a:cs typeface="Nobile"/>
                <a:sym typeface="Nobile"/>
              </a:rPr>
              <a:t>As an investor, I want to complete the full workflow from portfolio upload to risk insights, so that I can evaluate the platform end-to-end.</a:t>
            </a:r>
            <a:endParaRPr sz="594">
              <a:solidFill>
                <a:srgbClr val="405449"/>
              </a:solidFill>
              <a:latin typeface="Nobile"/>
              <a:ea typeface="Nobile"/>
              <a:cs typeface="Nobile"/>
              <a:sym typeface="Nobile"/>
            </a:endParaRPr>
          </a:p>
          <a:p>
            <a:pPr marL="0" marR="0" lvl="0" indent="0" algn="l" rtl="0">
              <a:lnSpc>
                <a:spcPct val="121052"/>
              </a:lnSpc>
              <a:spcBef>
                <a:spcPts val="0"/>
              </a:spcBef>
              <a:spcAft>
                <a:spcPts val="0"/>
              </a:spcAft>
              <a:buClr>
                <a:srgbClr val="405449"/>
              </a:buClr>
              <a:buSzPts val="594"/>
              <a:buFont typeface="Nobile"/>
              <a:buNone/>
            </a:pPr>
            <a:endParaRPr sz="594">
              <a:solidFill>
                <a:srgbClr val="405449"/>
              </a:solidFill>
              <a:latin typeface="Nobile"/>
              <a:ea typeface="Nobile"/>
              <a:cs typeface="Nobile"/>
              <a:sym typeface="Nobile"/>
            </a:endParaRPr>
          </a:p>
        </p:txBody>
      </p:sp>
      <p:sp>
        <p:nvSpPr>
          <p:cNvPr id="428" name="Google Shape;428;p20"/>
          <p:cNvSpPr/>
          <p:nvPr/>
        </p:nvSpPr>
        <p:spPr>
          <a:xfrm>
            <a:off x="6728892" y="813346"/>
            <a:ext cx="1923300" cy="656700"/>
          </a:xfrm>
          <a:prstGeom prst="rect">
            <a:avLst/>
          </a:prstGeom>
          <a:noFill/>
          <a:ln>
            <a:noFill/>
          </a:ln>
        </p:spPr>
        <p:txBody>
          <a:bodyPr spcFirstLastPara="1" wrap="square" lIns="0" tIns="0" rIns="0" bIns="0" anchor="t" anchorCtr="0">
            <a:noAutofit/>
          </a:bodyPr>
          <a:lstStyle/>
          <a:p>
            <a:pPr marL="0" marR="0" lvl="0" indent="0" algn="l" rtl="0">
              <a:lnSpc>
                <a:spcPct val="121052"/>
              </a:lnSpc>
              <a:spcBef>
                <a:spcPts val="0"/>
              </a:spcBef>
              <a:spcAft>
                <a:spcPts val="0"/>
              </a:spcAft>
              <a:buClr>
                <a:srgbClr val="405449"/>
              </a:buClr>
              <a:buSzPts val="594"/>
              <a:buFont typeface="Nobile"/>
              <a:buNone/>
            </a:pPr>
            <a:r>
              <a:rPr lang="en-US" sz="594">
                <a:solidFill>
                  <a:srgbClr val="405449"/>
                </a:solidFill>
                <a:latin typeface="Nobile"/>
                <a:ea typeface="Nobile"/>
                <a:cs typeface="Nobile"/>
                <a:sym typeface="Nobile"/>
              </a:rPr>
              <a:t>Given I am a logged-in investor</a:t>
            </a:r>
            <a:endParaRPr sz="594">
              <a:solidFill>
                <a:srgbClr val="405449"/>
              </a:solidFill>
              <a:latin typeface="Nobile"/>
              <a:ea typeface="Nobile"/>
              <a:cs typeface="Nobile"/>
              <a:sym typeface="Nobile"/>
            </a:endParaRPr>
          </a:p>
          <a:p>
            <a:pPr marL="0" marR="0" lvl="0" indent="0" algn="l" rtl="0">
              <a:lnSpc>
                <a:spcPct val="121052"/>
              </a:lnSpc>
              <a:spcBef>
                <a:spcPts val="0"/>
              </a:spcBef>
              <a:spcAft>
                <a:spcPts val="0"/>
              </a:spcAft>
              <a:buClr>
                <a:srgbClr val="405449"/>
              </a:buClr>
              <a:buSzPts val="594"/>
              <a:buFont typeface="Nobile"/>
              <a:buNone/>
            </a:pPr>
            <a:r>
              <a:rPr lang="en-US" sz="594">
                <a:solidFill>
                  <a:srgbClr val="405449"/>
                </a:solidFill>
                <a:latin typeface="Nobile"/>
                <a:ea typeface="Nobile"/>
                <a:cs typeface="Nobile"/>
                <a:sym typeface="Nobile"/>
              </a:rPr>
              <a:t>When I upload a portfolio file and navigate through all workflow steps</a:t>
            </a:r>
            <a:endParaRPr sz="594">
              <a:solidFill>
                <a:srgbClr val="405449"/>
              </a:solidFill>
              <a:latin typeface="Nobile"/>
              <a:ea typeface="Nobile"/>
              <a:cs typeface="Nobile"/>
              <a:sym typeface="Nobile"/>
            </a:endParaRPr>
          </a:p>
          <a:p>
            <a:pPr marL="0" lvl="0" indent="0" algn="l" rtl="0">
              <a:lnSpc>
                <a:spcPct val="121000"/>
              </a:lnSpc>
              <a:spcBef>
                <a:spcPts val="0"/>
              </a:spcBef>
              <a:spcAft>
                <a:spcPts val="0"/>
              </a:spcAft>
              <a:buClr>
                <a:schemeClr val="dk1"/>
              </a:buClr>
              <a:buSzPts val="1100"/>
              <a:buFont typeface="Arial"/>
              <a:buNone/>
            </a:pPr>
            <a:r>
              <a:rPr lang="en-US" sz="594">
                <a:solidFill>
                  <a:srgbClr val="405449"/>
                </a:solidFill>
                <a:latin typeface="Nobile"/>
                <a:ea typeface="Nobile"/>
                <a:cs typeface="Nobile"/>
                <a:sym typeface="Nobile"/>
              </a:rPr>
              <a:t>Then I receive complete risk insights without errors</a:t>
            </a:r>
            <a:endParaRPr sz="950">
              <a:solidFill>
                <a:srgbClr val="405449"/>
              </a:solidFill>
              <a:latin typeface="Nobile"/>
              <a:ea typeface="Nobile"/>
              <a:cs typeface="Nobile"/>
              <a:sym typeface="Nobile"/>
            </a:endParaRPr>
          </a:p>
          <a:p>
            <a:pPr marL="0" marR="0" lvl="0" indent="0" algn="l" rtl="0">
              <a:lnSpc>
                <a:spcPct val="121052"/>
              </a:lnSpc>
              <a:spcBef>
                <a:spcPts val="0"/>
              </a:spcBef>
              <a:spcAft>
                <a:spcPts val="0"/>
              </a:spcAft>
              <a:buClr>
                <a:srgbClr val="405449"/>
              </a:buClr>
              <a:buSzPts val="594"/>
              <a:buFont typeface="Nobile"/>
              <a:buNone/>
            </a:pPr>
            <a:endParaRPr sz="594">
              <a:solidFill>
                <a:srgbClr val="405449"/>
              </a:solidFill>
              <a:latin typeface="Nobile"/>
              <a:ea typeface="Nobile"/>
              <a:cs typeface="Nobile"/>
              <a:sym typeface="Nobile"/>
            </a:endParaRPr>
          </a:p>
        </p:txBody>
      </p:sp>
      <p:sp>
        <p:nvSpPr>
          <p:cNvPr id="429" name="Google Shape;429;p20"/>
          <p:cNvSpPr/>
          <p:nvPr/>
        </p:nvSpPr>
        <p:spPr>
          <a:xfrm>
            <a:off x="492026" y="1533748"/>
            <a:ext cx="1923300" cy="93900"/>
          </a:xfrm>
          <a:prstGeom prst="rect">
            <a:avLst/>
          </a:prstGeom>
          <a:noFill/>
          <a:ln>
            <a:noFill/>
          </a:ln>
        </p:spPr>
        <p:txBody>
          <a:bodyPr spcFirstLastPara="1" wrap="square" lIns="0" tIns="0" rIns="0" bIns="0" anchor="t" anchorCtr="0">
            <a:noAutofit/>
          </a:bodyPr>
          <a:lstStyle/>
          <a:p>
            <a:pPr marL="0" marR="0" lvl="0" indent="0" algn="l" rtl="0">
              <a:lnSpc>
                <a:spcPct val="121052"/>
              </a:lnSpc>
              <a:spcBef>
                <a:spcPts val="0"/>
              </a:spcBef>
              <a:spcAft>
                <a:spcPts val="0"/>
              </a:spcAft>
              <a:buClr>
                <a:srgbClr val="405449"/>
              </a:buClr>
              <a:buSzPts val="594"/>
              <a:buFont typeface="Nobile"/>
              <a:buNone/>
            </a:pPr>
            <a:r>
              <a:rPr lang="en-US" sz="594">
                <a:solidFill>
                  <a:srgbClr val="405449"/>
                </a:solidFill>
                <a:latin typeface="Nobile"/>
                <a:ea typeface="Nobile"/>
                <a:cs typeface="Nobile"/>
                <a:sym typeface="Nobile"/>
              </a:rPr>
              <a:t>Acceptance Criteria</a:t>
            </a:r>
            <a:endParaRPr sz="594">
              <a:solidFill>
                <a:schemeClr val="dk1"/>
              </a:solidFill>
              <a:latin typeface="Calibri"/>
              <a:ea typeface="Calibri"/>
              <a:cs typeface="Calibri"/>
              <a:sym typeface="Calibri"/>
            </a:endParaRPr>
          </a:p>
        </p:txBody>
      </p:sp>
      <p:sp>
        <p:nvSpPr>
          <p:cNvPr id="430" name="Google Shape;430;p20"/>
          <p:cNvSpPr/>
          <p:nvPr/>
        </p:nvSpPr>
        <p:spPr>
          <a:xfrm>
            <a:off x="2572569" y="1533748"/>
            <a:ext cx="1920900" cy="93900"/>
          </a:xfrm>
          <a:prstGeom prst="rect">
            <a:avLst/>
          </a:prstGeom>
          <a:noFill/>
          <a:ln>
            <a:noFill/>
          </a:ln>
        </p:spPr>
        <p:txBody>
          <a:bodyPr spcFirstLastPara="1" wrap="square" lIns="0" tIns="0" rIns="0" bIns="0" anchor="t" anchorCtr="0">
            <a:noAutofit/>
          </a:bodyPr>
          <a:lstStyle/>
          <a:p>
            <a:pPr marL="0" marR="0" lvl="0" indent="0" algn="l" rtl="0">
              <a:lnSpc>
                <a:spcPct val="121052"/>
              </a:lnSpc>
              <a:spcBef>
                <a:spcPts val="0"/>
              </a:spcBef>
              <a:spcAft>
                <a:spcPts val="0"/>
              </a:spcAft>
              <a:buClr>
                <a:srgbClr val="405449"/>
              </a:buClr>
              <a:buSzPts val="594"/>
              <a:buFont typeface="Nobile"/>
              <a:buNone/>
            </a:pPr>
            <a:r>
              <a:rPr lang="en-US" sz="594">
                <a:solidFill>
                  <a:srgbClr val="405449"/>
                </a:solidFill>
                <a:latin typeface="Nobile"/>
                <a:ea typeface="Nobile"/>
                <a:cs typeface="Nobile"/>
                <a:sym typeface="Nobile"/>
              </a:rPr>
              <a:t>T8-71</a:t>
            </a:r>
            <a:endParaRPr sz="594">
              <a:solidFill>
                <a:schemeClr val="dk1"/>
              </a:solidFill>
              <a:latin typeface="Calibri"/>
              <a:ea typeface="Calibri"/>
              <a:cs typeface="Calibri"/>
              <a:sym typeface="Calibri"/>
            </a:endParaRPr>
          </a:p>
        </p:txBody>
      </p:sp>
      <p:sp>
        <p:nvSpPr>
          <p:cNvPr id="431" name="Google Shape;431;p20"/>
          <p:cNvSpPr/>
          <p:nvPr/>
        </p:nvSpPr>
        <p:spPr>
          <a:xfrm>
            <a:off x="4650743" y="1393048"/>
            <a:ext cx="1920900" cy="375300"/>
          </a:xfrm>
          <a:prstGeom prst="rect">
            <a:avLst/>
          </a:prstGeom>
          <a:noFill/>
          <a:ln>
            <a:noFill/>
          </a:ln>
        </p:spPr>
        <p:txBody>
          <a:bodyPr spcFirstLastPara="1" wrap="square" lIns="0" tIns="0" rIns="0" bIns="0" anchor="t" anchorCtr="0">
            <a:noAutofit/>
          </a:bodyPr>
          <a:lstStyle/>
          <a:p>
            <a:pPr marL="0" marR="0" lvl="0" indent="0" algn="l" rtl="0">
              <a:lnSpc>
                <a:spcPct val="121052"/>
              </a:lnSpc>
              <a:spcBef>
                <a:spcPts val="0"/>
              </a:spcBef>
              <a:spcAft>
                <a:spcPts val="0"/>
              </a:spcAft>
              <a:buClr>
                <a:srgbClr val="405449"/>
              </a:buClr>
              <a:buSzPts val="594"/>
              <a:buFont typeface="Nobile"/>
              <a:buNone/>
            </a:pPr>
            <a:r>
              <a:rPr lang="en-US" sz="594">
                <a:solidFill>
                  <a:srgbClr val="405449"/>
                </a:solidFill>
                <a:latin typeface="Nobile"/>
                <a:ea typeface="Nobile"/>
                <a:cs typeface="Nobile"/>
                <a:sym typeface="Nobile"/>
              </a:rPr>
              <a:t>As a user, I want secure session handling (login/logout/session timeout), so that my account remains protected.</a:t>
            </a:r>
            <a:endParaRPr sz="594">
              <a:solidFill>
                <a:srgbClr val="405449"/>
              </a:solidFill>
              <a:latin typeface="Nobile"/>
              <a:ea typeface="Nobile"/>
              <a:cs typeface="Nobile"/>
              <a:sym typeface="Nobile"/>
            </a:endParaRPr>
          </a:p>
          <a:p>
            <a:pPr marL="0" marR="0" lvl="0" indent="0" algn="l" rtl="0">
              <a:lnSpc>
                <a:spcPct val="121052"/>
              </a:lnSpc>
              <a:spcBef>
                <a:spcPts val="0"/>
              </a:spcBef>
              <a:spcAft>
                <a:spcPts val="0"/>
              </a:spcAft>
              <a:buClr>
                <a:srgbClr val="405449"/>
              </a:buClr>
              <a:buSzPts val="594"/>
              <a:buFont typeface="Nobile"/>
              <a:buNone/>
            </a:pPr>
            <a:endParaRPr sz="594">
              <a:solidFill>
                <a:srgbClr val="405449"/>
              </a:solidFill>
              <a:latin typeface="Nobile"/>
              <a:ea typeface="Nobile"/>
              <a:cs typeface="Nobile"/>
              <a:sym typeface="Nobile"/>
            </a:endParaRPr>
          </a:p>
        </p:txBody>
      </p:sp>
      <p:sp>
        <p:nvSpPr>
          <p:cNvPr id="432" name="Google Shape;432;p20"/>
          <p:cNvSpPr/>
          <p:nvPr/>
        </p:nvSpPr>
        <p:spPr>
          <a:xfrm>
            <a:off x="6728917" y="1396523"/>
            <a:ext cx="1923300" cy="375300"/>
          </a:xfrm>
          <a:prstGeom prst="rect">
            <a:avLst/>
          </a:prstGeom>
          <a:noFill/>
          <a:ln>
            <a:noFill/>
          </a:ln>
        </p:spPr>
        <p:txBody>
          <a:bodyPr spcFirstLastPara="1" wrap="square" lIns="0" tIns="0" rIns="0" bIns="0" anchor="t" anchorCtr="0">
            <a:noAutofit/>
          </a:bodyPr>
          <a:lstStyle/>
          <a:p>
            <a:pPr marL="0" marR="0" lvl="0" indent="0" algn="l" rtl="0">
              <a:lnSpc>
                <a:spcPct val="121052"/>
              </a:lnSpc>
              <a:spcBef>
                <a:spcPts val="0"/>
              </a:spcBef>
              <a:spcAft>
                <a:spcPts val="0"/>
              </a:spcAft>
              <a:buClr>
                <a:srgbClr val="405449"/>
              </a:buClr>
              <a:buSzPts val="594"/>
              <a:buFont typeface="Nobile"/>
              <a:buNone/>
            </a:pPr>
            <a:r>
              <a:rPr lang="en-US" sz="594">
                <a:solidFill>
                  <a:srgbClr val="405449"/>
                </a:solidFill>
                <a:latin typeface="Nobile"/>
                <a:ea typeface="Nobile"/>
                <a:cs typeface="Nobile"/>
                <a:sym typeface="Nobile"/>
              </a:rPr>
              <a:t>Given I am a registered user</a:t>
            </a:r>
            <a:endParaRPr sz="594">
              <a:solidFill>
                <a:srgbClr val="405449"/>
              </a:solidFill>
              <a:latin typeface="Nobile"/>
              <a:ea typeface="Nobile"/>
              <a:cs typeface="Nobile"/>
              <a:sym typeface="Nobile"/>
            </a:endParaRPr>
          </a:p>
          <a:p>
            <a:pPr marL="0" lvl="0" indent="0" algn="l" rtl="0">
              <a:lnSpc>
                <a:spcPct val="121000"/>
              </a:lnSpc>
              <a:spcBef>
                <a:spcPts val="0"/>
              </a:spcBef>
              <a:spcAft>
                <a:spcPts val="0"/>
              </a:spcAft>
              <a:buClr>
                <a:schemeClr val="dk1"/>
              </a:buClr>
              <a:buSzPts val="1100"/>
              <a:buFont typeface="Arial"/>
              <a:buNone/>
            </a:pPr>
            <a:r>
              <a:rPr lang="en-US" sz="594">
                <a:solidFill>
                  <a:srgbClr val="405449"/>
                </a:solidFill>
                <a:latin typeface="Nobile"/>
                <a:ea typeface="Nobile"/>
                <a:cs typeface="Nobile"/>
                <a:sym typeface="Nobile"/>
              </a:rPr>
              <a:t>When I log in, remain idle, or explicitly log out</a:t>
            </a:r>
            <a:endParaRPr sz="594">
              <a:solidFill>
                <a:srgbClr val="405449"/>
              </a:solidFill>
              <a:latin typeface="Nobile"/>
              <a:ea typeface="Nobile"/>
              <a:cs typeface="Nobile"/>
              <a:sym typeface="Nobile"/>
            </a:endParaRPr>
          </a:p>
          <a:p>
            <a:pPr marL="0" lvl="0" indent="0" algn="l" rtl="0">
              <a:lnSpc>
                <a:spcPct val="121000"/>
              </a:lnSpc>
              <a:spcBef>
                <a:spcPts val="0"/>
              </a:spcBef>
              <a:spcAft>
                <a:spcPts val="0"/>
              </a:spcAft>
              <a:buClr>
                <a:schemeClr val="dk1"/>
              </a:buClr>
              <a:buSzPts val="1100"/>
              <a:buFont typeface="Arial"/>
              <a:buNone/>
            </a:pPr>
            <a:r>
              <a:rPr lang="en-US" sz="594">
                <a:solidFill>
                  <a:srgbClr val="405449"/>
                </a:solidFill>
                <a:latin typeface="Nobile"/>
                <a:ea typeface="Nobile"/>
                <a:cs typeface="Nobile"/>
                <a:sym typeface="Nobile"/>
              </a:rPr>
              <a:t>Then my session is protected and terminated appropriately</a:t>
            </a:r>
            <a:endParaRPr sz="594">
              <a:solidFill>
                <a:srgbClr val="405449"/>
              </a:solidFill>
              <a:latin typeface="Nobile"/>
              <a:ea typeface="Nobile"/>
              <a:cs typeface="Nobile"/>
              <a:sym typeface="Nobile"/>
            </a:endParaRPr>
          </a:p>
          <a:p>
            <a:pPr marL="0" marR="0" lvl="0" indent="0" algn="l" rtl="0">
              <a:lnSpc>
                <a:spcPct val="121052"/>
              </a:lnSpc>
              <a:spcBef>
                <a:spcPts val="0"/>
              </a:spcBef>
              <a:spcAft>
                <a:spcPts val="0"/>
              </a:spcAft>
              <a:buClr>
                <a:srgbClr val="405449"/>
              </a:buClr>
              <a:buSzPts val="594"/>
              <a:buFont typeface="Nobile"/>
              <a:buNone/>
            </a:pPr>
            <a:endParaRPr sz="594">
              <a:solidFill>
                <a:srgbClr val="405449"/>
              </a:solidFill>
              <a:latin typeface="Nobile"/>
              <a:ea typeface="Nobile"/>
              <a:cs typeface="Nobile"/>
              <a:sym typeface="Nobile"/>
            </a:endParaRPr>
          </a:p>
        </p:txBody>
      </p:sp>
      <p:sp>
        <p:nvSpPr>
          <p:cNvPr id="433" name="Google Shape;433;p20"/>
          <p:cNvSpPr/>
          <p:nvPr/>
        </p:nvSpPr>
        <p:spPr>
          <a:xfrm>
            <a:off x="492026" y="1972643"/>
            <a:ext cx="1923300" cy="93900"/>
          </a:xfrm>
          <a:prstGeom prst="rect">
            <a:avLst/>
          </a:prstGeom>
          <a:noFill/>
          <a:ln>
            <a:noFill/>
          </a:ln>
        </p:spPr>
        <p:txBody>
          <a:bodyPr spcFirstLastPara="1" wrap="square" lIns="0" tIns="0" rIns="0" bIns="0" anchor="t" anchorCtr="0">
            <a:noAutofit/>
          </a:bodyPr>
          <a:lstStyle/>
          <a:p>
            <a:pPr marL="0" marR="0" lvl="0" indent="0" algn="l" rtl="0">
              <a:lnSpc>
                <a:spcPct val="121052"/>
              </a:lnSpc>
              <a:spcBef>
                <a:spcPts val="0"/>
              </a:spcBef>
              <a:spcAft>
                <a:spcPts val="0"/>
              </a:spcAft>
              <a:buClr>
                <a:srgbClr val="405449"/>
              </a:buClr>
              <a:buSzPts val="594"/>
              <a:buFont typeface="Nobile"/>
              <a:buNone/>
            </a:pPr>
            <a:r>
              <a:rPr lang="en-US" sz="594">
                <a:solidFill>
                  <a:srgbClr val="405449"/>
                </a:solidFill>
                <a:latin typeface="Nobile"/>
                <a:ea typeface="Nobile"/>
                <a:cs typeface="Nobile"/>
                <a:sym typeface="Nobile"/>
              </a:rPr>
              <a:t>Acceptance Criteria</a:t>
            </a:r>
            <a:endParaRPr sz="594">
              <a:solidFill>
                <a:schemeClr val="dk1"/>
              </a:solidFill>
              <a:latin typeface="Calibri"/>
              <a:ea typeface="Calibri"/>
              <a:cs typeface="Calibri"/>
              <a:sym typeface="Calibri"/>
            </a:endParaRPr>
          </a:p>
        </p:txBody>
      </p:sp>
      <p:sp>
        <p:nvSpPr>
          <p:cNvPr id="434" name="Google Shape;434;p20"/>
          <p:cNvSpPr/>
          <p:nvPr/>
        </p:nvSpPr>
        <p:spPr>
          <a:xfrm>
            <a:off x="2572569" y="1972643"/>
            <a:ext cx="1920900" cy="93900"/>
          </a:xfrm>
          <a:prstGeom prst="rect">
            <a:avLst/>
          </a:prstGeom>
          <a:noFill/>
          <a:ln>
            <a:noFill/>
          </a:ln>
        </p:spPr>
        <p:txBody>
          <a:bodyPr spcFirstLastPara="1" wrap="square" lIns="0" tIns="0" rIns="0" bIns="0" anchor="t" anchorCtr="0">
            <a:noAutofit/>
          </a:bodyPr>
          <a:lstStyle/>
          <a:p>
            <a:pPr marL="0" marR="0" lvl="0" indent="0" algn="l" rtl="0">
              <a:lnSpc>
                <a:spcPct val="121052"/>
              </a:lnSpc>
              <a:spcBef>
                <a:spcPts val="0"/>
              </a:spcBef>
              <a:spcAft>
                <a:spcPts val="0"/>
              </a:spcAft>
              <a:buClr>
                <a:srgbClr val="405449"/>
              </a:buClr>
              <a:buSzPts val="594"/>
              <a:buFont typeface="Nobile"/>
              <a:buNone/>
            </a:pPr>
            <a:r>
              <a:rPr lang="en-US" sz="594">
                <a:solidFill>
                  <a:srgbClr val="405449"/>
                </a:solidFill>
                <a:latin typeface="Nobile"/>
                <a:ea typeface="Nobile"/>
                <a:cs typeface="Nobile"/>
                <a:sym typeface="Nobile"/>
              </a:rPr>
              <a:t>T8-72</a:t>
            </a:r>
            <a:endParaRPr sz="594">
              <a:solidFill>
                <a:schemeClr val="dk1"/>
              </a:solidFill>
              <a:latin typeface="Calibri"/>
              <a:ea typeface="Calibri"/>
              <a:cs typeface="Calibri"/>
              <a:sym typeface="Calibri"/>
            </a:endParaRPr>
          </a:p>
        </p:txBody>
      </p:sp>
      <p:sp>
        <p:nvSpPr>
          <p:cNvPr id="435" name="Google Shape;435;p20"/>
          <p:cNvSpPr/>
          <p:nvPr/>
        </p:nvSpPr>
        <p:spPr>
          <a:xfrm>
            <a:off x="4650743" y="1878893"/>
            <a:ext cx="1920900" cy="281400"/>
          </a:xfrm>
          <a:prstGeom prst="rect">
            <a:avLst/>
          </a:prstGeom>
          <a:noFill/>
          <a:ln>
            <a:noFill/>
          </a:ln>
        </p:spPr>
        <p:txBody>
          <a:bodyPr spcFirstLastPara="1" wrap="square" lIns="0" tIns="0" rIns="0" bIns="0" anchor="t" anchorCtr="0">
            <a:noAutofit/>
          </a:bodyPr>
          <a:lstStyle/>
          <a:p>
            <a:pPr marL="0" marR="0" lvl="0" indent="0" algn="l" rtl="0">
              <a:lnSpc>
                <a:spcPct val="121052"/>
              </a:lnSpc>
              <a:spcBef>
                <a:spcPts val="0"/>
              </a:spcBef>
              <a:spcAft>
                <a:spcPts val="0"/>
              </a:spcAft>
              <a:buClr>
                <a:srgbClr val="405449"/>
              </a:buClr>
              <a:buSzPts val="594"/>
              <a:buFont typeface="Nobile"/>
              <a:buNone/>
            </a:pPr>
            <a:r>
              <a:rPr lang="en-US" sz="594">
                <a:solidFill>
                  <a:srgbClr val="405449"/>
                </a:solidFill>
                <a:latin typeface="Nobile"/>
                <a:ea typeface="Nobile"/>
                <a:cs typeface="Nobile"/>
                <a:sym typeface="Nobile"/>
              </a:rPr>
              <a:t>As a user, I want the application to work across different browsers, so that I can access it from any environment.</a:t>
            </a:r>
            <a:endParaRPr sz="594">
              <a:solidFill>
                <a:srgbClr val="405449"/>
              </a:solidFill>
              <a:latin typeface="Nobile"/>
              <a:ea typeface="Nobile"/>
              <a:cs typeface="Nobile"/>
              <a:sym typeface="Nobile"/>
            </a:endParaRPr>
          </a:p>
          <a:p>
            <a:pPr marL="0" marR="0" lvl="0" indent="0" algn="l" rtl="0">
              <a:lnSpc>
                <a:spcPct val="121052"/>
              </a:lnSpc>
              <a:spcBef>
                <a:spcPts val="0"/>
              </a:spcBef>
              <a:spcAft>
                <a:spcPts val="0"/>
              </a:spcAft>
              <a:buClr>
                <a:srgbClr val="405449"/>
              </a:buClr>
              <a:buSzPts val="594"/>
              <a:buFont typeface="Nobile"/>
              <a:buNone/>
            </a:pPr>
            <a:endParaRPr sz="594">
              <a:solidFill>
                <a:srgbClr val="405449"/>
              </a:solidFill>
              <a:latin typeface="Nobile"/>
              <a:ea typeface="Nobile"/>
              <a:cs typeface="Nobile"/>
              <a:sym typeface="Nobile"/>
            </a:endParaRPr>
          </a:p>
        </p:txBody>
      </p:sp>
      <p:sp>
        <p:nvSpPr>
          <p:cNvPr id="436" name="Google Shape;436;p20"/>
          <p:cNvSpPr/>
          <p:nvPr/>
        </p:nvSpPr>
        <p:spPr>
          <a:xfrm>
            <a:off x="6728917" y="1902343"/>
            <a:ext cx="1923300" cy="656700"/>
          </a:xfrm>
          <a:prstGeom prst="rect">
            <a:avLst/>
          </a:prstGeom>
          <a:noFill/>
          <a:ln>
            <a:noFill/>
          </a:ln>
        </p:spPr>
        <p:txBody>
          <a:bodyPr spcFirstLastPara="1" wrap="square" lIns="0" tIns="0" rIns="0" bIns="0" anchor="t" anchorCtr="0">
            <a:noAutofit/>
          </a:bodyPr>
          <a:lstStyle/>
          <a:p>
            <a:pPr marL="0" lvl="0" indent="0" algn="l" rtl="0">
              <a:lnSpc>
                <a:spcPct val="121000"/>
              </a:lnSpc>
              <a:spcBef>
                <a:spcPts val="0"/>
              </a:spcBef>
              <a:spcAft>
                <a:spcPts val="0"/>
              </a:spcAft>
              <a:buClr>
                <a:schemeClr val="dk1"/>
              </a:buClr>
              <a:buSzPts val="1100"/>
              <a:buFont typeface="Arial"/>
              <a:buNone/>
            </a:pPr>
            <a:r>
              <a:rPr lang="en-US" sz="594">
                <a:solidFill>
                  <a:srgbClr val="405449"/>
                </a:solidFill>
                <a:latin typeface="Nobile"/>
                <a:ea typeface="Nobile"/>
                <a:cs typeface="Nobile"/>
                <a:sym typeface="Nobile"/>
              </a:rPr>
              <a:t>Given I am using a supported browser</a:t>
            </a:r>
            <a:endParaRPr sz="594">
              <a:solidFill>
                <a:srgbClr val="405449"/>
              </a:solidFill>
              <a:latin typeface="Nobile"/>
              <a:ea typeface="Nobile"/>
              <a:cs typeface="Nobile"/>
              <a:sym typeface="Nobile"/>
            </a:endParaRPr>
          </a:p>
          <a:p>
            <a:pPr marL="0" lvl="0" indent="0" algn="l" rtl="0">
              <a:lnSpc>
                <a:spcPct val="121000"/>
              </a:lnSpc>
              <a:spcBef>
                <a:spcPts val="0"/>
              </a:spcBef>
              <a:spcAft>
                <a:spcPts val="0"/>
              </a:spcAft>
              <a:buClr>
                <a:schemeClr val="dk1"/>
              </a:buClr>
              <a:buSzPts val="1100"/>
              <a:buFont typeface="Arial"/>
              <a:buNone/>
            </a:pPr>
            <a:r>
              <a:rPr lang="en-US" sz="594">
                <a:solidFill>
                  <a:srgbClr val="405449"/>
                </a:solidFill>
                <a:latin typeface="Nobile"/>
                <a:ea typeface="Nobile"/>
                <a:cs typeface="Nobile"/>
                <a:sym typeface="Nobile"/>
              </a:rPr>
              <a:t>When I access the application</a:t>
            </a:r>
            <a:endParaRPr sz="594">
              <a:solidFill>
                <a:srgbClr val="405449"/>
              </a:solidFill>
              <a:latin typeface="Nobile"/>
              <a:ea typeface="Nobile"/>
              <a:cs typeface="Nobile"/>
              <a:sym typeface="Nobile"/>
            </a:endParaRPr>
          </a:p>
          <a:p>
            <a:pPr marL="0" lvl="0" indent="0" algn="l" rtl="0">
              <a:lnSpc>
                <a:spcPct val="121000"/>
              </a:lnSpc>
              <a:spcBef>
                <a:spcPts val="0"/>
              </a:spcBef>
              <a:spcAft>
                <a:spcPts val="0"/>
              </a:spcAft>
              <a:buClr>
                <a:schemeClr val="dk1"/>
              </a:buClr>
              <a:buSzPts val="1100"/>
              <a:buFont typeface="Arial"/>
              <a:buNone/>
            </a:pPr>
            <a:r>
              <a:rPr lang="en-US" sz="594">
                <a:solidFill>
                  <a:srgbClr val="405449"/>
                </a:solidFill>
                <a:latin typeface="Nobile"/>
                <a:ea typeface="Nobile"/>
                <a:cs typeface="Nobile"/>
                <a:sym typeface="Nobile"/>
              </a:rPr>
              <a:t>Then all features render and function correctly</a:t>
            </a:r>
            <a:endParaRPr sz="594">
              <a:solidFill>
                <a:srgbClr val="405449"/>
              </a:solidFill>
              <a:latin typeface="Nobile"/>
              <a:ea typeface="Nobile"/>
              <a:cs typeface="Nobile"/>
              <a:sym typeface="Nobile"/>
            </a:endParaRPr>
          </a:p>
          <a:p>
            <a:pPr marL="0" marR="0" lvl="0" indent="0" algn="l" rtl="0">
              <a:lnSpc>
                <a:spcPct val="121052"/>
              </a:lnSpc>
              <a:spcBef>
                <a:spcPts val="0"/>
              </a:spcBef>
              <a:spcAft>
                <a:spcPts val="0"/>
              </a:spcAft>
              <a:buClr>
                <a:srgbClr val="405449"/>
              </a:buClr>
              <a:buSzPts val="594"/>
              <a:buFont typeface="Nobile"/>
              <a:buNone/>
            </a:pPr>
            <a:endParaRPr sz="594">
              <a:solidFill>
                <a:srgbClr val="405449"/>
              </a:solidFill>
              <a:latin typeface="Nobile"/>
              <a:ea typeface="Nobile"/>
              <a:cs typeface="Nobile"/>
              <a:sym typeface="Nobile"/>
            </a:endParaRPr>
          </a:p>
        </p:txBody>
      </p:sp>
      <p:sp>
        <p:nvSpPr>
          <p:cNvPr id="437" name="Google Shape;437;p20"/>
          <p:cNvSpPr/>
          <p:nvPr/>
        </p:nvSpPr>
        <p:spPr>
          <a:xfrm>
            <a:off x="492026" y="2693045"/>
            <a:ext cx="1923300" cy="93900"/>
          </a:xfrm>
          <a:prstGeom prst="rect">
            <a:avLst/>
          </a:prstGeom>
          <a:noFill/>
          <a:ln>
            <a:noFill/>
          </a:ln>
        </p:spPr>
        <p:txBody>
          <a:bodyPr spcFirstLastPara="1" wrap="square" lIns="0" tIns="0" rIns="0" bIns="0" anchor="t" anchorCtr="0">
            <a:noAutofit/>
          </a:bodyPr>
          <a:lstStyle/>
          <a:p>
            <a:pPr marL="0" marR="0" lvl="0" indent="0" algn="l" rtl="0">
              <a:lnSpc>
                <a:spcPct val="121052"/>
              </a:lnSpc>
              <a:spcBef>
                <a:spcPts val="0"/>
              </a:spcBef>
              <a:spcAft>
                <a:spcPts val="0"/>
              </a:spcAft>
              <a:buClr>
                <a:srgbClr val="405449"/>
              </a:buClr>
              <a:buSzPts val="594"/>
              <a:buFont typeface="Nobile"/>
              <a:buNone/>
            </a:pPr>
            <a:r>
              <a:rPr lang="en-US" sz="594">
                <a:solidFill>
                  <a:srgbClr val="405449"/>
                </a:solidFill>
                <a:latin typeface="Nobile"/>
                <a:ea typeface="Nobile"/>
                <a:cs typeface="Nobile"/>
                <a:sym typeface="Nobile"/>
              </a:rPr>
              <a:t>Acceptance Criteria</a:t>
            </a:r>
            <a:endParaRPr sz="594">
              <a:solidFill>
                <a:schemeClr val="dk1"/>
              </a:solidFill>
              <a:latin typeface="Calibri"/>
              <a:ea typeface="Calibri"/>
              <a:cs typeface="Calibri"/>
              <a:sym typeface="Calibri"/>
            </a:endParaRPr>
          </a:p>
        </p:txBody>
      </p:sp>
      <p:sp>
        <p:nvSpPr>
          <p:cNvPr id="438" name="Google Shape;438;p20"/>
          <p:cNvSpPr/>
          <p:nvPr/>
        </p:nvSpPr>
        <p:spPr>
          <a:xfrm>
            <a:off x="2572569" y="2693045"/>
            <a:ext cx="1920900" cy="93900"/>
          </a:xfrm>
          <a:prstGeom prst="rect">
            <a:avLst/>
          </a:prstGeom>
          <a:noFill/>
          <a:ln>
            <a:noFill/>
          </a:ln>
        </p:spPr>
        <p:txBody>
          <a:bodyPr spcFirstLastPara="1" wrap="square" lIns="0" tIns="0" rIns="0" bIns="0" anchor="t" anchorCtr="0">
            <a:noAutofit/>
          </a:bodyPr>
          <a:lstStyle/>
          <a:p>
            <a:pPr marL="0" marR="0" lvl="0" indent="0" algn="l" rtl="0">
              <a:lnSpc>
                <a:spcPct val="121052"/>
              </a:lnSpc>
              <a:spcBef>
                <a:spcPts val="0"/>
              </a:spcBef>
              <a:spcAft>
                <a:spcPts val="0"/>
              </a:spcAft>
              <a:buClr>
                <a:srgbClr val="405449"/>
              </a:buClr>
              <a:buSzPts val="594"/>
              <a:buFont typeface="Nobile"/>
              <a:buNone/>
            </a:pPr>
            <a:r>
              <a:rPr lang="en-US" sz="594">
                <a:solidFill>
                  <a:srgbClr val="405449"/>
                </a:solidFill>
                <a:latin typeface="Nobile"/>
                <a:ea typeface="Nobile"/>
                <a:cs typeface="Nobile"/>
                <a:sym typeface="Nobile"/>
              </a:rPr>
              <a:t>T8-73</a:t>
            </a:r>
            <a:endParaRPr sz="594">
              <a:solidFill>
                <a:schemeClr val="dk1"/>
              </a:solidFill>
              <a:latin typeface="Calibri"/>
              <a:ea typeface="Calibri"/>
              <a:cs typeface="Calibri"/>
              <a:sym typeface="Calibri"/>
            </a:endParaRPr>
          </a:p>
        </p:txBody>
      </p:sp>
      <p:sp>
        <p:nvSpPr>
          <p:cNvPr id="439" name="Google Shape;439;p20"/>
          <p:cNvSpPr/>
          <p:nvPr/>
        </p:nvSpPr>
        <p:spPr>
          <a:xfrm>
            <a:off x="4650755" y="2426758"/>
            <a:ext cx="1920900" cy="281400"/>
          </a:xfrm>
          <a:prstGeom prst="rect">
            <a:avLst/>
          </a:prstGeom>
          <a:noFill/>
          <a:ln>
            <a:noFill/>
          </a:ln>
        </p:spPr>
        <p:txBody>
          <a:bodyPr spcFirstLastPara="1" wrap="square" lIns="0" tIns="0" rIns="0" bIns="0" anchor="t" anchorCtr="0">
            <a:noAutofit/>
          </a:bodyPr>
          <a:lstStyle/>
          <a:p>
            <a:pPr marL="0" marR="0" lvl="0" indent="0" algn="l" rtl="0">
              <a:lnSpc>
                <a:spcPct val="121052"/>
              </a:lnSpc>
              <a:spcBef>
                <a:spcPts val="0"/>
              </a:spcBef>
              <a:spcAft>
                <a:spcPts val="0"/>
              </a:spcAft>
              <a:buClr>
                <a:srgbClr val="405449"/>
              </a:buClr>
              <a:buSzPts val="594"/>
              <a:buFont typeface="Nobile"/>
              <a:buNone/>
            </a:pPr>
            <a:r>
              <a:rPr lang="en-US" sz="594">
                <a:solidFill>
                  <a:srgbClr val="405449"/>
                </a:solidFill>
                <a:latin typeface="Nobile"/>
                <a:ea typeface="Nobile"/>
                <a:cs typeface="Nobile"/>
                <a:sym typeface="Nobile"/>
              </a:rPr>
              <a:t>As an investor, I want event data to refresh dynamically, so that I stay updated on global disruptions.</a:t>
            </a:r>
            <a:endParaRPr sz="594">
              <a:solidFill>
                <a:srgbClr val="405449"/>
              </a:solidFill>
              <a:latin typeface="Nobile"/>
              <a:ea typeface="Nobile"/>
              <a:cs typeface="Nobile"/>
              <a:sym typeface="Nobile"/>
            </a:endParaRPr>
          </a:p>
          <a:p>
            <a:pPr marL="0" marR="0" lvl="0" indent="0" algn="l" rtl="0">
              <a:lnSpc>
                <a:spcPct val="121052"/>
              </a:lnSpc>
              <a:spcBef>
                <a:spcPts val="0"/>
              </a:spcBef>
              <a:spcAft>
                <a:spcPts val="0"/>
              </a:spcAft>
              <a:buClr>
                <a:srgbClr val="405449"/>
              </a:buClr>
              <a:buSzPts val="594"/>
              <a:buFont typeface="Nobile"/>
              <a:buNone/>
            </a:pPr>
            <a:endParaRPr sz="594">
              <a:solidFill>
                <a:srgbClr val="405449"/>
              </a:solidFill>
              <a:latin typeface="Nobile"/>
              <a:ea typeface="Nobile"/>
              <a:cs typeface="Nobile"/>
              <a:sym typeface="Nobile"/>
            </a:endParaRPr>
          </a:p>
        </p:txBody>
      </p:sp>
      <p:sp>
        <p:nvSpPr>
          <p:cNvPr id="440" name="Google Shape;440;p20"/>
          <p:cNvSpPr/>
          <p:nvPr/>
        </p:nvSpPr>
        <p:spPr>
          <a:xfrm>
            <a:off x="6728917" y="2413345"/>
            <a:ext cx="1923300" cy="656700"/>
          </a:xfrm>
          <a:prstGeom prst="rect">
            <a:avLst/>
          </a:prstGeom>
          <a:noFill/>
          <a:ln>
            <a:noFill/>
          </a:ln>
        </p:spPr>
        <p:txBody>
          <a:bodyPr spcFirstLastPara="1" wrap="square" lIns="0" tIns="0" rIns="0" bIns="0" anchor="t" anchorCtr="0">
            <a:noAutofit/>
          </a:bodyPr>
          <a:lstStyle/>
          <a:p>
            <a:pPr marL="0" lvl="0" indent="0" algn="l" rtl="0">
              <a:lnSpc>
                <a:spcPct val="121000"/>
              </a:lnSpc>
              <a:spcBef>
                <a:spcPts val="0"/>
              </a:spcBef>
              <a:spcAft>
                <a:spcPts val="0"/>
              </a:spcAft>
              <a:buClr>
                <a:schemeClr val="dk1"/>
              </a:buClr>
              <a:buSzPts val="1100"/>
              <a:buFont typeface="Arial"/>
              <a:buNone/>
            </a:pPr>
            <a:r>
              <a:rPr lang="en-US" sz="594">
                <a:solidFill>
                  <a:srgbClr val="405449"/>
                </a:solidFill>
                <a:latin typeface="Nobile"/>
                <a:ea typeface="Nobile"/>
                <a:cs typeface="Nobile"/>
                <a:sym typeface="Nobile"/>
              </a:rPr>
              <a:t>Given I am viewing the disruption events dashboard</a:t>
            </a:r>
            <a:endParaRPr sz="594">
              <a:solidFill>
                <a:srgbClr val="405449"/>
              </a:solidFill>
              <a:latin typeface="Nobile"/>
              <a:ea typeface="Nobile"/>
              <a:cs typeface="Nobile"/>
              <a:sym typeface="Nobile"/>
            </a:endParaRPr>
          </a:p>
          <a:p>
            <a:pPr marL="0" lvl="0" indent="0" algn="l" rtl="0">
              <a:lnSpc>
                <a:spcPct val="121000"/>
              </a:lnSpc>
              <a:spcBef>
                <a:spcPts val="0"/>
              </a:spcBef>
              <a:spcAft>
                <a:spcPts val="0"/>
              </a:spcAft>
              <a:buClr>
                <a:schemeClr val="dk1"/>
              </a:buClr>
              <a:buSzPts val="1100"/>
              <a:buFont typeface="Arial"/>
              <a:buNone/>
            </a:pPr>
            <a:r>
              <a:rPr lang="en-US" sz="594">
                <a:solidFill>
                  <a:srgbClr val="405449"/>
                </a:solidFill>
                <a:latin typeface="Nobile"/>
                <a:ea typeface="Nobile"/>
                <a:cs typeface="Nobile"/>
                <a:sym typeface="Nobile"/>
              </a:rPr>
              <a:t>When new event data becomes available</a:t>
            </a:r>
            <a:endParaRPr sz="594">
              <a:solidFill>
                <a:srgbClr val="405449"/>
              </a:solidFill>
              <a:latin typeface="Nobile"/>
              <a:ea typeface="Nobile"/>
              <a:cs typeface="Nobile"/>
              <a:sym typeface="Nobile"/>
            </a:endParaRPr>
          </a:p>
          <a:p>
            <a:pPr marL="0" lvl="0" indent="0" algn="l" rtl="0">
              <a:lnSpc>
                <a:spcPct val="121000"/>
              </a:lnSpc>
              <a:spcBef>
                <a:spcPts val="0"/>
              </a:spcBef>
              <a:spcAft>
                <a:spcPts val="0"/>
              </a:spcAft>
              <a:buClr>
                <a:schemeClr val="dk1"/>
              </a:buClr>
              <a:buSzPts val="1100"/>
              <a:buFont typeface="Arial"/>
              <a:buNone/>
            </a:pPr>
            <a:r>
              <a:rPr lang="en-US" sz="594">
                <a:solidFill>
                  <a:srgbClr val="405449"/>
                </a:solidFill>
                <a:latin typeface="Nobile"/>
                <a:ea typeface="Nobile"/>
                <a:cs typeface="Nobile"/>
                <a:sym typeface="Nobile"/>
              </a:rPr>
              <a:t>Then the dashboard updates without requiring a manual page refresh</a:t>
            </a:r>
            <a:endParaRPr sz="594">
              <a:solidFill>
                <a:srgbClr val="405449"/>
              </a:solidFill>
              <a:latin typeface="Nobile"/>
              <a:ea typeface="Nobile"/>
              <a:cs typeface="Nobile"/>
              <a:sym typeface="Nobile"/>
            </a:endParaRPr>
          </a:p>
          <a:p>
            <a:pPr marL="0" marR="0" lvl="0" indent="0" algn="l" rtl="0">
              <a:lnSpc>
                <a:spcPct val="121052"/>
              </a:lnSpc>
              <a:spcBef>
                <a:spcPts val="0"/>
              </a:spcBef>
              <a:spcAft>
                <a:spcPts val="0"/>
              </a:spcAft>
              <a:buClr>
                <a:srgbClr val="405449"/>
              </a:buClr>
              <a:buSzPts val="594"/>
              <a:buFont typeface="Nobile"/>
              <a:buNone/>
            </a:pPr>
            <a:endParaRPr sz="594">
              <a:solidFill>
                <a:srgbClr val="405449"/>
              </a:solidFill>
              <a:latin typeface="Nobile"/>
              <a:ea typeface="Nobile"/>
              <a:cs typeface="Nobile"/>
              <a:sym typeface="Nobile"/>
            </a:endParaRPr>
          </a:p>
        </p:txBody>
      </p:sp>
      <p:sp>
        <p:nvSpPr>
          <p:cNvPr id="441" name="Google Shape;441;p20"/>
          <p:cNvSpPr/>
          <p:nvPr/>
        </p:nvSpPr>
        <p:spPr>
          <a:xfrm>
            <a:off x="492026" y="3413448"/>
            <a:ext cx="1923300" cy="93900"/>
          </a:xfrm>
          <a:prstGeom prst="rect">
            <a:avLst/>
          </a:prstGeom>
          <a:noFill/>
          <a:ln>
            <a:noFill/>
          </a:ln>
        </p:spPr>
        <p:txBody>
          <a:bodyPr spcFirstLastPara="1" wrap="square" lIns="0" tIns="0" rIns="0" bIns="0" anchor="t" anchorCtr="0">
            <a:noAutofit/>
          </a:bodyPr>
          <a:lstStyle/>
          <a:p>
            <a:pPr marL="0" marR="0" lvl="0" indent="0" algn="l" rtl="0">
              <a:lnSpc>
                <a:spcPct val="121052"/>
              </a:lnSpc>
              <a:spcBef>
                <a:spcPts val="0"/>
              </a:spcBef>
              <a:spcAft>
                <a:spcPts val="0"/>
              </a:spcAft>
              <a:buClr>
                <a:srgbClr val="405449"/>
              </a:buClr>
              <a:buSzPts val="594"/>
              <a:buFont typeface="Nobile"/>
              <a:buNone/>
            </a:pPr>
            <a:r>
              <a:rPr lang="en-US" sz="594">
                <a:solidFill>
                  <a:srgbClr val="405449"/>
                </a:solidFill>
                <a:latin typeface="Nobile"/>
                <a:ea typeface="Nobile"/>
                <a:cs typeface="Nobile"/>
                <a:sym typeface="Nobile"/>
              </a:rPr>
              <a:t>Acceptance Criteria</a:t>
            </a:r>
            <a:endParaRPr sz="594">
              <a:solidFill>
                <a:schemeClr val="dk1"/>
              </a:solidFill>
              <a:latin typeface="Calibri"/>
              <a:ea typeface="Calibri"/>
              <a:cs typeface="Calibri"/>
              <a:sym typeface="Calibri"/>
            </a:endParaRPr>
          </a:p>
        </p:txBody>
      </p:sp>
      <p:sp>
        <p:nvSpPr>
          <p:cNvPr id="442" name="Google Shape;442;p20"/>
          <p:cNvSpPr/>
          <p:nvPr/>
        </p:nvSpPr>
        <p:spPr>
          <a:xfrm>
            <a:off x="2572569" y="3413448"/>
            <a:ext cx="1920900" cy="93900"/>
          </a:xfrm>
          <a:prstGeom prst="rect">
            <a:avLst/>
          </a:prstGeom>
          <a:noFill/>
          <a:ln>
            <a:noFill/>
          </a:ln>
        </p:spPr>
        <p:txBody>
          <a:bodyPr spcFirstLastPara="1" wrap="square" lIns="0" tIns="0" rIns="0" bIns="0" anchor="t" anchorCtr="0">
            <a:noAutofit/>
          </a:bodyPr>
          <a:lstStyle/>
          <a:p>
            <a:pPr marL="0" marR="0" lvl="0" indent="0" algn="l" rtl="0">
              <a:lnSpc>
                <a:spcPct val="121052"/>
              </a:lnSpc>
              <a:spcBef>
                <a:spcPts val="0"/>
              </a:spcBef>
              <a:spcAft>
                <a:spcPts val="0"/>
              </a:spcAft>
              <a:buClr>
                <a:srgbClr val="405449"/>
              </a:buClr>
              <a:buSzPts val="594"/>
              <a:buFont typeface="Nobile"/>
              <a:buNone/>
            </a:pPr>
            <a:r>
              <a:rPr lang="en-US" sz="594">
                <a:solidFill>
                  <a:srgbClr val="405449"/>
                </a:solidFill>
                <a:latin typeface="Nobile"/>
                <a:ea typeface="Nobile"/>
                <a:cs typeface="Nobile"/>
                <a:sym typeface="Nobile"/>
              </a:rPr>
              <a:t>T8-74</a:t>
            </a:r>
            <a:endParaRPr sz="594">
              <a:solidFill>
                <a:schemeClr val="dk1"/>
              </a:solidFill>
              <a:latin typeface="Calibri"/>
              <a:ea typeface="Calibri"/>
              <a:cs typeface="Calibri"/>
              <a:sym typeface="Calibri"/>
            </a:endParaRPr>
          </a:p>
        </p:txBody>
      </p:sp>
      <p:sp>
        <p:nvSpPr>
          <p:cNvPr id="443" name="Google Shape;443;p20"/>
          <p:cNvSpPr/>
          <p:nvPr/>
        </p:nvSpPr>
        <p:spPr>
          <a:xfrm>
            <a:off x="4650755" y="2974610"/>
            <a:ext cx="1920900" cy="375300"/>
          </a:xfrm>
          <a:prstGeom prst="rect">
            <a:avLst/>
          </a:prstGeom>
          <a:noFill/>
          <a:ln>
            <a:noFill/>
          </a:ln>
        </p:spPr>
        <p:txBody>
          <a:bodyPr spcFirstLastPara="1" wrap="square" lIns="0" tIns="0" rIns="0" bIns="0" anchor="t" anchorCtr="0">
            <a:noAutofit/>
          </a:bodyPr>
          <a:lstStyle/>
          <a:p>
            <a:pPr marL="0" lvl="0" indent="0" algn="l" rtl="0">
              <a:lnSpc>
                <a:spcPct val="121052"/>
              </a:lnSpc>
              <a:spcBef>
                <a:spcPts val="0"/>
              </a:spcBef>
              <a:spcAft>
                <a:spcPts val="0"/>
              </a:spcAft>
              <a:buClr>
                <a:srgbClr val="405449"/>
              </a:buClr>
              <a:buSzPts val="594"/>
              <a:buFont typeface="Nobile"/>
              <a:buNone/>
            </a:pPr>
            <a:endParaRPr sz="594">
              <a:solidFill>
                <a:srgbClr val="405449"/>
              </a:solidFill>
              <a:latin typeface="Nobile"/>
              <a:ea typeface="Nobile"/>
              <a:cs typeface="Nobile"/>
              <a:sym typeface="Nobile"/>
            </a:endParaRPr>
          </a:p>
          <a:p>
            <a:pPr marL="0" lvl="0" indent="0" algn="l" rtl="0">
              <a:lnSpc>
                <a:spcPct val="121000"/>
              </a:lnSpc>
              <a:spcBef>
                <a:spcPts val="0"/>
              </a:spcBef>
              <a:spcAft>
                <a:spcPts val="0"/>
              </a:spcAft>
              <a:buClr>
                <a:schemeClr val="dk1"/>
              </a:buClr>
              <a:buSzPts val="1100"/>
              <a:buFont typeface="Arial"/>
              <a:buNone/>
            </a:pPr>
            <a:r>
              <a:rPr lang="en-US" sz="594">
                <a:solidFill>
                  <a:srgbClr val="405449"/>
                </a:solidFill>
                <a:latin typeface="Nobile"/>
                <a:ea typeface="Nobile"/>
                <a:cs typeface="Nobile"/>
                <a:sym typeface="Nobile"/>
              </a:rPr>
              <a:t>As a user, I want fast response times, so that I can interact efficiently.</a:t>
            </a:r>
            <a:endParaRPr sz="594">
              <a:solidFill>
                <a:srgbClr val="405449"/>
              </a:solidFill>
              <a:latin typeface="Nobile"/>
              <a:ea typeface="Nobile"/>
              <a:cs typeface="Nobile"/>
              <a:sym typeface="Nobile"/>
            </a:endParaRPr>
          </a:p>
          <a:p>
            <a:pPr marL="0" marR="0" lvl="0" indent="0" algn="l" rtl="0">
              <a:lnSpc>
                <a:spcPct val="121052"/>
              </a:lnSpc>
              <a:spcBef>
                <a:spcPts val="0"/>
              </a:spcBef>
              <a:spcAft>
                <a:spcPts val="0"/>
              </a:spcAft>
              <a:buClr>
                <a:srgbClr val="405449"/>
              </a:buClr>
              <a:buSzPts val="594"/>
              <a:buFont typeface="Nobile"/>
              <a:buNone/>
            </a:pPr>
            <a:endParaRPr sz="594">
              <a:solidFill>
                <a:srgbClr val="405449"/>
              </a:solidFill>
              <a:latin typeface="Nobile"/>
              <a:ea typeface="Nobile"/>
              <a:cs typeface="Nobile"/>
              <a:sym typeface="Nobile"/>
            </a:endParaRPr>
          </a:p>
        </p:txBody>
      </p:sp>
      <p:sp>
        <p:nvSpPr>
          <p:cNvPr id="444" name="Google Shape;444;p20"/>
          <p:cNvSpPr/>
          <p:nvPr/>
        </p:nvSpPr>
        <p:spPr>
          <a:xfrm>
            <a:off x="6728867" y="2947648"/>
            <a:ext cx="1923300" cy="375300"/>
          </a:xfrm>
          <a:prstGeom prst="rect">
            <a:avLst/>
          </a:prstGeom>
          <a:noFill/>
          <a:ln>
            <a:noFill/>
          </a:ln>
        </p:spPr>
        <p:txBody>
          <a:bodyPr spcFirstLastPara="1" wrap="square" lIns="0" tIns="0" rIns="0" bIns="0" anchor="t" anchorCtr="0">
            <a:noAutofit/>
          </a:bodyPr>
          <a:lstStyle/>
          <a:p>
            <a:pPr marL="0" marR="0" lvl="0" indent="0" algn="l" rtl="0">
              <a:lnSpc>
                <a:spcPct val="121052"/>
              </a:lnSpc>
              <a:spcBef>
                <a:spcPts val="0"/>
              </a:spcBef>
              <a:spcAft>
                <a:spcPts val="0"/>
              </a:spcAft>
              <a:buClr>
                <a:srgbClr val="405449"/>
              </a:buClr>
              <a:buSzPts val="594"/>
              <a:buFont typeface="Nobile"/>
              <a:buNone/>
            </a:pPr>
            <a:r>
              <a:rPr lang="en-US" sz="594">
                <a:solidFill>
                  <a:srgbClr val="405449"/>
                </a:solidFill>
                <a:latin typeface="Nobile"/>
                <a:ea typeface="Nobile"/>
                <a:cs typeface="Nobile"/>
                <a:sym typeface="Nobile"/>
              </a:rPr>
              <a:t>Given I am interacting with any part of the application</a:t>
            </a:r>
            <a:endParaRPr sz="594">
              <a:solidFill>
                <a:srgbClr val="405449"/>
              </a:solidFill>
              <a:latin typeface="Nobile"/>
              <a:ea typeface="Nobile"/>
              <a:cs typeface="Nobile"/>
              <a:sym typeface="Nobile"/>
            </a:endParaRPr>
          </a:p>
          <a:p>
            <a:pPr marL="0" marR="0" lvl="0" indent="0" algn="l" rtl="0">
              <a:lnSpc>
                <a:spcPct val="121052"/>
              </a:lnSpc>
              <a:spcBef>
                <a:spcPts val="0"/>
              </a:spcBef>
              <a:spcAft>
                <a:spcPts val="0"/>
              </a:spcAft>
              <a:buClr>
                <a:srgbClr val="405449"/>
              </a:buClr>
              <a:buSzPts val="594"/>
              <a:buFont typeface="Nobile"/>
              <a:buNone/>
            </a:pPr>
            <a:r>
              <a:rPr lang="en-US" sz="594">
                <a:solidFill>
                  <a:srgbClr val="405449"/>
                </a:solidFill>
                <a:latin typeface="Nobile"/>
                <a:ea typeface="Nobile"/>
                <a:cs typeface="Nobile"/>
                <a:sym typeface="Nobile"/>
              </a:rPr>
              <a:t>When I perform an action (navigation, search, load)</a:t>
            </a:r>
            <a:endParaRPr sz="594">
              <a:solidFill>
                <a:srgbClr val="405449"/>
              </a:solidFill>
              <a:latin typeface="Nobile"/>
              <a:ea typeface="Nobile"/>
              <a:cs typeface="Nobile"/>
              <a:sym typeface="Nobile"/>
            </a:endParaRPr>
          </a:p>
          <a:p>
            <a:pPr marL="0" marR="0" lvl="0" indent="0" algn="l" rtl="0">
              <a:lnSpc>
                <a:spcPct val="121052"/>
              </a:lnSpc>
              <a:spcBef>
                <a:spcPts val="0"/>
              </a:spcBef>
              <a:spcAft>
                <a:spcPts val="0"/>
              </a:spcAft>
              <a:buClr>
                <a:srgbClr val="405449"/>
              </a:buClr>
              <a:buSzPts val="594"/>
              <a:buFont typeface="Nobile"/>
              <a:buNone/>
            </a:pPr>
            <a:r>
              <a:rPr lang="en-US" sz="594">
                <a:solidFill>
                  <a:srgbClr val="405449"/>
                </a:solidFill>
                <a:latin typeface="Nobile"/>
                <a:ea typeface="Nobile"/>
                <a:cs typeface="Nobile"/>
                <a:sym typeface="Nobile"/>
              </a:rPr>
              <a:t>Then the system responds within acceptable time thresholds</a:t>
            </a:r>
            <a:endParaRPr sz="594">
              <a:solidFill>
                <a:srgbClr val="405449"/>
              </a:solidFill>
              <a:latin typeface="Nobile"/>
              <a:ea typeface="Nobile"/>
              <a:cs typeface="Nobile"/>
              <a:sym typeface="Nobile"/>
            </a:endParaRPr>
          </a:p>
          <a:p>
            <a:pPr marL="0" marR="0" lvl="0" indent="0" algn="l" rtl="0">
              <a:lnSpc>
                <a:spcPct val="121052"/>
              </a:lnSpc>
              <a:spcBef>
                <a:spcPts val="0"/>
              </a:spcBef>
              <a:spcAft>
                <a:spcPts val="0"/>
              </a:spcAft>
              <a:buClr>
                <a:srgbClr val="405449"/>
              </a:buClr>
              <a:buSzPts val="594"/>
              <a:buFont typeface="Nobile"/>
              <a:buNone/>
            </a:pPr>
            <a:endParaRPr sz="594">
              <a:solidFill>
                <a:srgbClr val="405449"/>
              </a:solidFill>
              <a:latin typeface="Nobile"/>
              <a:ea typeface="Nobile"/>
              <a:cs typeface="Nobile"/>
              <a:sym typeface="Nobile"/>
            </a:endParaRPr>
          </a:p>
        </p:txBody>
      </p:sp>
      <p:sp>
        <p:nvSpPr>
          <p:cNvPr id="445" name="Google Shape;445;p20"/>
          <p:cNvSpPr/>
          <p:nvPr/>
        </p:nvSpPr>
        <p:spPr>
          <a:xfrm>
            <a:off x="492026" y="3852342"/>
            <a:ext cx="1923300" cy="93900"/>
          </a:xfrm>
          <a:prstGeom prst="rect">
            <a:avLst/>
          </a:prstGeom>
          <a:noFill/>
          <a:ln>
            <a:noFill/>
          </a:ln>
        </p:spPr>
        <p:txBody>
          <a:bodyPr spcFirstLastPara="1" wrap="square" lIns="0" tIns="0" rIns="0" bIns="0" anchor="t" anchorCtr="0">
            <a:noAutofit/>
          </a:bodyPr>
          <a:lstStyle/>
          <a:p>
            <a:pPr marL="0" marR="0" lvl="0" indent="0" algn="l" rtl="0">
              <a:lnSpc>
                <a:spcPct val="121052"/>
              </a:lnSpc>
              <a:spcBef>
                <a:spcPts val="0"/>
              </a:spcBef>
              <a:spcAft>
                <a:spcPts val="0"/>
              </a:spcAft>
              <a:buClr>
                <a:srgbClr val="405449"/>
              </a:buClr>
              <a:buSzPts val="594"/>
              <a:buFont typeface="Nobile"/>
              <a:buNone/>
            </a:pPr>
            <a:r>
              <a:rPr lang="en-US" sz="594">
                <a:solidFill>
                  <a:srgbClr val="405449"/>
                </a:solidFill>
                <a:latin typeface="Nobile"/>
                <a:ea typeface="Nobile"/>
                <a:cs typeface="Nobile"/>
                <a:sym typeface="Nobile"/>
              </a:rPr>
              <a:t>Acceptance Criteria</a:t>
            </a:r>
            <a:endParaRPr sz="594">
              <a:solidFill>
                <a:schemeClr val="dk1"/>
              </a:solidFill>
              <a:latin typeface="Calibri"/>
              <a:ea typeface="Calibri"/>
              <a:cs typeface="Calibri"/>
              <a:sym typeface="Calibri"/>
            </a:endParaRPr>
          </a:p>
        </p:txBody>
      </p:sp>
      <p:sp>
        <p:nvSpPr>
          <p:cNvPr id="446" name="Google Shape;446;p20"/>
          <p:cNvSpPr/>
          <p:nvPr/>
        </p:nvSpPr>
        <p:spPr>
          <a:xfrm>
            <a:off x="2572569" y="3852342"/>
            <a:ext cx="1920900" cy="93900"/>
          </a:xfrm>
          <a:prstGeom prst="rect">
            <a:avLst/>
          </a:prstGeom>
          <a:noFill/>
          <a:ln>
            <a:noFill/>
          </a:ln>
        </p:spPr>
        <p:txBody>
          <a:bodyPr spcFirstLastPara="1" wrap="square" lIns="0" tIns="0" rIns="0" bIns="0" anchor="t" anchorCtr="0">
            <a:noAutofit/>
          </a:bodyPr>
          <a:lstStyle/>
          <a:p>
            <a:pPr marL="0" marR="0" lvl="0" indent="0" algn="l" rtl="0">
              <a:lnSpc>
                <a:spcPct val="121052"/>
              </a:lnSpc>
              <a:spcBef>
                <a:spcPts val="0"/>
              </a:spcBef>
              <a:spcAft>
                <a:spcPts val="0"/>
              </a:spcAft>
              <a:buClr>
                <a:srgbClr val="405449"/>
              </a:buClr>
              <a:buSzPts val="594"/>
              <a:buFont typeface="Nobile"/>
              <a:buNone/>
            </a:pPr>
            <a:r>
              <a:rPr lang="en-US" sz="594">
                <a:solidFill>
                  <a:srgbClr val="405449"/>
                </a:solidFill>
                <a:latin typeface="Nobile"/>
                <a:ea typeface="Nobile"/>
                <a:cs typeface="Nobile"/>
                <a:sym typeface="Nobile"/>
              </a:rPr>
              <a:t>T8-75</a:t>
            </a:r>
            <a:endParaRPr sz="594">
              <a:solidFill>
                <a:schemeClr val="dk1"/>
              </a:solidFill>
              <a:latin typeface="Calibri"/>
              <a:ea typeface="Calibri"/>
              <a:cs typeface="Calibri"/>
              <a:sym typeface="Calibri"/>
            </a:endParaRPr>
          </a:p>
        </p:txBody>
      </p:sp>
      <p:sp>
        <p:nvSpPr>
          <p:cNvPr id="447" name="Google Shape;447;p20"/>
          <p:cNvSpPr/>
          <p:nvPr/>
        </p:nvSpPr>
        <p:spPr>
          <a:xfrm>
            <a:off x="4650743" y="3616342"/>
            <a:ext cx="1920900" cy="281400"/>
          </a:xfrm>
          <a:prstGeom prst="rect">
            <a:avLst/>
          </a:prstGeom>
          <a:noFill/>
          <a:ln>
            <a:noFill/>
          </a:ln>
        </p:spPr>
        <p:txBody>
          <a:bodyPr spcFirstLastPara="1" wrap="square" lIns="0" tIns="0" rIns="0" bIns="0" anchor="t" anchorCtr="0">
            <a:noAutofit/>
          </a:bodyPr>
          <a:lstStyle/>
          <a:p>
            <a:pPr marL="0" marR="0" lvl="0" indent="0" algn="l" rtl="0">
              <a:lnSpc>
                <a:spcPct val="121052"/>
              </a:lnSpc>
              <a:spcBef>
                <a:spcPts val="0"/>
              </a:spcBef>
              <a:spcAft>
                <a:spcPts val="0"/>
              </a:spcAft>
              <a:buClr>
                <a:srgbClr val="405449"/>
              </a:buClr>
              <a:buSzPts val="594"/>
              <a:buFont typeface="Nobile"/>
              <a:buNone/>
            </a:pPr>
            <a:r>
              <a:rPr lang="en-US" sz="594">
                <a:solidFill>
                  <a:srgbClr val="405449"/>
                </a:solidFill>
                <a:latin typeface="Nobile"/>
                <a:ea typeface="Nobile"/>
                <a:cs typeface="Nobile"/>
                <a:sym typeface="Nobile"/>
              </a:rPr>
              <a:t>As a user, I want to ask basic questions about portfolio risk, so that I can get quick insights.</a:t>
            </a:r>
            <a:endParaRPr sz="594">
              <a:solidFill>
                <a:srgbClr val="405449"/>
              </a:solidFill>
              <a:latin typeface="Nobile"/>
              <a:ea typeface="Nobile"/>
              <a:cs typeface="Nobile"/>
              <a:sym typeface="Nobile"/>
            </a:endParaRPr>
          </a:p>
        </p:txBody>
      </p:sp>
      <p:sp>
        <p:nvSpPr>
          <p:cNvPr id="448" name="Google Shape;448;p20"/>
          <p:cNvSpPr/>
          <p:nvPr/>
        </p:nvSpPr>
        <p:spPr>
          <a:xfrm>
            <a:off x="6728917" y="3570654"/>
            <a:ext cx="1923300" cy="469200"/>
          </a:xfrm>
          <a:prstGeom prst="rect">
            <a:avLst/>
          </a:prstGeom>
          <a:noFill/>
          <a:ln>
            <a:noFill/>
          </a:ln>
        </p:spPr>
        <p:txBody>
          <a:bodyPr spcFirstLastPara="1" wrap="square" lIns="0" tIns="0" rIns="0" bIns="0" anchor="t" anchorCtr="0">
            <a:noAutofit/>
          </a:bodyPr>
          <a:lstStyle/>
          <a:p>
            <a:pPr marL="0" marR="0" lvl="0" indent="0" algn="l" rtl="0">
              <a:lnSpc>
                <a:spcPct val="121052"/>
              </a:lnSpc>
              <a:spcBef>
                <a:spcPts val="0"/>
              </a:spcBef>
              <a:spcAft>
                <a:spcPts val="0"/>
              </a:spcAft>
              <a:buClr>
                <a:srgbClr val="405449"/>
              </a:buClr>
              <a:buSzPts val="594"/>
              <a:buFont typeface="Nobile"/>
              <a:buNone/>
            </a:pPr>
            <a:r>
              <a:rPr lang="en-US" sz="594">
                <a:solidFill>
                  <a:srgbClr val="405449"/>
                </a:solidFill>
                <a:latin typeface="Nobile"/>
                <a:ea typeface="Nobile"/>
                <a:cs typeface="Nobile"/>
                <a:sym typeface="Nobile"/>
              </a:rPr>
              <a:t>Given I am on the portfolio agent page and my portfolio data is available</a:t>
            </a:r>
            <a:endParaRPr sz="594">
              <a:solidFill>
                <a:srgbClr val="405449"/>
              </a:solidFill>
              <a:latin typeface="Nobile"/>
              <a:ea typeface="Nobile"/>
              <a:cs typeface="Nobile"/>
              <a:sym typeface="Nobile"/>
            </a:endParaRPr>
          </a:p>
          <a:p>
            <a:pPr marL="0" marR="0" lvl="0" indent="0" algn="l" rtl="0">
              <a:lnSpc>
                <a:spcPct val="121052"/>
              </a:lnSpc>
              <a:spcBef>
                <a:spcPts val="0"/>
              </a:spcBef>
              <a:spcAft>
                <a:spcPts val="0"/>
              </a:spcAft>
              <a:buClr>
                <a:srgbClr val="405449"/>
              </a:buClr>
              <a:buSzPts val="594"/>
              <a:buFont typeface="Nobile"/>
              <a:buNone/>
            </a:pPr>
            <a:r>
              <a:rPr lang="en-US" sz="594">
                <a:solidFill>
                  <a:srgbClr val="405449"/>
                </a:solidFill>
                <a:latin typeface="Nobile"/>
                <a:ea typeface="Nobile"/>
                <a:cs typeface="Nobile"/>
                <a:sym typeface="Nobile"/>
              </a:rPr>
              <a:t>When I enter a question about portfolio risk (e.g., “What is my risk exposure?”)</a:t>
            </a:r>
            <a:endParaRPr sz="594">
              <a:solidFill>
                <a:srgbClr val="405449"/>
              </a:solidFill>
              <a:latin typeface="Nobile"/>
              <a:ea typeface="Nobile"/>
              <a:cs typeface="Nobile"/>
              <a:sym typeface="Nobile"/>
            </a:endParaRPr>
          </a:p>
          <a:p>
            <a:pPr marL="0" marR="0" lvl="0" indent="0" algn="l" rtl="0">
              <a:lnSpc>
                <a:spcPct val="121052"/>
              </a:lnSpc>
              <a:spcBef>
                <a:spcPts val="0"/>
              </a:spcBef>
              <a:spcAft>
                <a:spcPts val="0"/>
              </a:spcAft>
              <a:buClr>
                <a:srgbClr val="405449"/>
              </a:buClr>
              <a:buSzPts val="594"/>
              <a:buFont typeface="Nobile"/>
              <a:buNone/>
            </a:pPr>
            <a:r>
              <a:rPr lang="en-US" sz="594">
                <a:solidFill>
                  <a:srgbClr val="405449"/>
                </a:solidFill>
                <a:latin typeface="Nobile"/>
                <a:ea typeface="Nobile"/>
                <a:cs typeface="Nobile"/>
                <a:sym typeface="Nobile"/>
              </a:rPr>
              <a:t>Then I receive a relevant response explaining the portfolio risk based on available data </a:t>
            </a:r>
            <a:endParaRPr sz="594">
              <a:solidFill>
                <a:srgbClr val="405449"/>
              </a:solidFill>
              <a:latin typeface="Nobile"/>
              <a:ea typeface="Nobile"/>
              <a:cs typeface="Nobile"/>
              <a:sym typeface="Nobile"/>
            </a:endParaRPr>
          </a:p>
        </p:txBody>
      </p:sp>
      <p:sp>
        <p:nvSpPr>
          <p:cNvPr id="449" name="Google Shape;449;p20"/>
          <p:cNvSpPr/>
          <p:nvPr/>
        </p:nvSpPr>
        <p:spPr>
          <a:xfrm>
            <a:off x="492026" y="4385072"/>
            <a:ext cx="1923300" cy="93900"/>
          </a:xfrm>
          <a:prstGeom prst="rect">
            <a:avLst/>
          </a:prstGeom>
          <a:noFill/>
          <a:ln>
            <a:noFill/>
          </a:ln>
        </p:spPr>
        <p:txBody>
          <a:bodyPr spcFirstLastPara="1" wrap="square" lIns="0" tIns="0" rIns="0" bIns="0" anchor="t" anchorCtr="0">
            <a:noAutofit/>
          </a:bodyPr>
          <a:lstStyle/>
          <a:p>
            <a:pPr marL="0" marR="0" lvl="0" indent="0" algn="l" rtl="0">
              <a:lnSpc>
                <a:spcPct val="121052"/>
              </a:lnSpc>
              <a:spcBef>
                <a:spcPts val="0"/>
              </a:spcBef>
              <a:spcAft>
                <a:spcPts val="0"/>
              </a:spcAft>
              <a:buClr>
                <a:srgbClr val="405449"/>
              </a:buClr>
              <a:buSzPts val="594"/>
              <a:buFont typeface="Nobile"/>
              <a:buNone/>
            </a:pPr>
            <a:r>
              <a:rPr lang="en-US" sz="594">
                <a:solidFill>
                  <a:srgbClr val="405449"/>
                </a:solidFill>
                <a:latin typeface="Nobile"/>
                <a:ea typeface="Nobile"/>
                <a:cs typeface="Nobile"/>
                <a:sym typeface="Nobile"/>
              </a:rPr>
              <a:t>Acceptance Criteria</a:t>
            </a:r>
            <a:endParaRPr sz="594">
              <a:solidFill>
                <a:schemeClr val="dk1"/>
              </a:solidFill>
              <a:latin typeface="Calibri"/>
              <a:ea typeface="Calibri"/>
              <a:cs typeface="Calibri"/>
              <a:sym typeface="Calibri"/>
            </a:endParaRPr>
          </a:p>
        </p:txBody>
      </p:sp>
      <p:sp>
        <p:nvSpPr>
          <p:cNvPr id="450" name="Google Shape;450;p20"/>
          <p:cNvSpPr/>
          <p:nvPr/>
        </p:nvSpPr>
        <p:spPr>
          <a:xfrm>
            <a:off x="2572569" y="4385072"/>
            <a:ext cx="1920900" cy="93900"/>
          </a:xfrm>
          <a:prstGeom prst="rect">
            <a:avLst/>
          </a:prstGeom>
          <a:noFill/>
          <a:ln>
            <a:noFill/>
          </a:ln>
        </p:spPr>
        <p:txBody>
          <a:bodyPr spcFirstLastPara="1" wrap="square" lIns="0" tIns="0" rIns="0" bIns="0" anchor="t" anchorCtr="0">
            <a:noAutofit/>
          </a:bodyPr>
          <a:lstStyle/>
          <a:p>
            <a:pPr marL="0" marR="0" lvl="0" indent="0" algn="l" rtl="0">
              <a:lnSpc>
                <a:spcPct val="121052"/>
              </a:lnSpc>
              <a:spcBef>
                <a:spcPts val="0"/>
              </a:spcBef>
              <a:spcAft>
                <a:spcPts val="0"/>
              </a:spcAft>
              <a:buClr>
                <a:srgbClr val="405449"/>
              </a:buClr>
              <a:buSzPts val="594"/>
              <a:buFont typeface="Nobile"/>
              <a:buNone/>
            </a:pPr>
            <a:r>
              <a:rPr lang="en-US" sz="594">
                <a:solidFill>
                  <a:srgbClr val="405449"/>
                </a:solidFill>
                <a:latin typeface="Nobile"/>
                <a:ea typeface="Nobile"/>
                <a:cs typeface="Nobile"/>
                <a:sym typeface="Nobile"/>
              </a:rPr>
              <a:t>T8-76</a:t>
            </a:r>
            <a:endParaRPr sz="594">
              <a:solidFill>
                <a:schemeClr val="dk1"/>
              </a:solidFill>
              <a:latin typeface="Calibri"/>
              <a:ea typeface="Calibri"/>
              <a:cs typeface="Calibri"/>
              <a:sym typeface="Calibri"/>
            </a:endParaRPr>
          </a:p>
        </p:txBody>
      </p:sp>
      <p:sp>
        <p:nvSpPr>
          <p:cNvPr id="451" name="Google Shape;451;p20"/>
          <p:cNvSpPr/>
          <p:nvPr/>
        </p:nvSpPr>
        <p:spPr>
          <a:xfrm>
            <a:off x="4650730" y="4244372"/>
            <a:ext cx="1920900" cy="375300"/>
          </a:xfrm>
          <a:prstGeom prst="rect">
            <a:avLst/>
          </a:prstGeom>
          <a:noFill/>
          <a:ln>
            <a:noFill/>
          </a:ln>
        </p:spPr>
        <p:txBody>
          <a:bodyPr spcFirstLastPara="1" wrap="square" lIns="0" tIns="0" rIns="0" bIns="0" anchor="t" anchorCtr="0">
            <a:noAutofit/>
          </a:bodyPr>
          <a:lstStyle/>
          <a:p>
            <a:pPr marL="0" lvl="0" indent="0" algn="l" rtl="0">
              <a:lnSpc>
                <a:spcPct val="121000"/>
              </a:lnSpc>
              <a:spcBef>
                <a:spcPts val="0"/>
              </a:spcBef>
              <a:spcAft>
                <a:spcPts val="0"/>
              </a:spcAft>
              <a:buClr>
                <a:schemeClr val="dk1"/>
              </a:buClr>
              <a:buSzPts val="1100"/>
              <a:buFont typeface="Arial"/>
              <a:buNone/>
            </a:pPr>
            <a:r>
              <a:rPr lang="en-US" sz="594">
                <a:solidFill>
                  <a:srgbClr val="405449"/>
                </a:solidFill>
                <a:latin typeface="Nobile"/>
                <a:ea typeface="Nobile"/>
                <a:cs typeface="Nobile"/>
                <a:sym typeface="Nobile"/>
              </a:rPr>
              <a:t>As a user, I want quick access buttons on the home page for direct navigation.</a:t>
            </a:r>
            <a:endParaRPr sz="594">
              <a:solidFill>
                <a:srgbClr val="405449"/>
              </a:solidFill>
              <a:latin typeface="Nobile"/>
              <a:ea typeface="Nobile"/>
              <a:cs typeface="Nobile"/>
              <a:sym typeface="Nobile"/>
            </a:endParaRPr>
          </a:p>
          <a:p>
            <a:pPr marL="0" marR="0" lvl="0" indent="0" algn="l" rtl="0">
              <a:lnSpc>
                <a:spcPct val="121052"/>
              </a:lnSpc>
              <a:spcBef>
                <a:spcPts val="0"/>
              </a:spcBef>
              <a:spcAft>
                <a:spcPts val="0"/>
              </a:spcAft>
              <a:buClr>
                <a:srgbClr val="405449"/>
              </a:buClr>
              <a:buSzPts val="594"/>
              <a:buFont typeface="Nobile"/>
              <a:buNone/>
            </a:pPr>
            <a:endParaRPr sz="594">
              <a:solidFill>
                <a:srgbClr val="405449"/>
              </a:solidFill>
              <a:latin typeface="Nobile"/>
              <a:ea typeface="Nobile"/>
              <a:cs typeface="Nobile"/>
              <a:sym typeface="Nobile"/>
            </a:endParaRPr>
          </a:p>
        </p:txBody>
      </p:sp>
      <p:sp>
        <p:nvSpPr>
          <p:cNvPr id="452" name="Google Shape;452;p20"/>
          <p:cNvSpPr/>
          <p:nvPr/>
        </p:nvSpPr>
        <p:spPr>
          <a:xfrm>
            <a:off x="6728867" y="4287559"/>
            <a:ext cx="1923300" cy="375300"/>
          </a:xfrm>
          <a:prstGeom prst="rect">
            <a:avLst/>
          </a:prstGeom>
          <a:noFill/>
          <a:ln>
            <a:noFill/>
          </a:ln>
        </p:spPr>
        <p:txBody>
          <a:bodyPr spcFirstLastPara="1" wrap="square" lIns="0" tIns="0" rIns="0" bIns="0" anchor="t" anchorCtr="0">
            <a:noAutofit/>
          </a:bodyPr>
          <a:lstStyle/>
          <a:p>
            <a:pPr marL="0" lvl="0" indent="0" algn="l" rtl="0">
              <a:lnSpc>
                <a:spcPct val="121000"/>
              </a:lnSpc>
              <a:spcBef>
                <a:spcPts val="0"/>
              </a:spcBef>
              <a:spcAft>
                <a:spcPts val="0"/>
              </a:spcAft>
              <a:buClr>
                <a:schemeClr val="dk1"/>
              </a:buClr>
              <a:buSzPts val="1100"/>
              <a:buFont typeface="Arial"/>
              <a:buNone/>
            </a:pPr>
            <a:r>
              <a:rPr lang="en-US" sz="594">
                <a:solidFill>
                  <a:srgbClr val="405449"/>
                </a:solidFill>
                <a:latin typeface="Nobile"/>
                <a:ea typeface="Nobile"/>
                <a:cs typeface="Nobile"/>
                <a:sym typeface="Nobile"/>
              </a:rPr>
              <a:t>Given I am on the home page</a:t>
            </a:r>
            <a:endParaRPr sz="594">
              <a:solidFill>
                <a:srgbClr val="405449"/>
              </a:solidFill>
              <a:latin typeface="Nobile"/>
              <a:ea typeface="Nobile"/>
              <a:cs typeface="Nobile"/>
              <a:sym typeface="Nobile"/>
            </a:endParaRPr>
          </a:p>
          <a:p>
            <a:pPr marL="0" lvl="0" indent="0" algn="l" rtl="0">
              <a:lnSpc>
                <a:spcPct val="121000"/>
              </a:lnSpc>
              <a:spcBef>
                <a:spcPts val="0"/>
              </a:spcBef>
              <a:spcAft>
                <a:spcPts val="0"/>
              </a:spcAft>
              <a:buClr>
                <a:schemeClr val="dk1"/>
              </a:buClr>
              <a:buSzPts val="1100"/>
              <a:buFont typeface="Arial"/>
              <a:buNone/>
            </a:pPr>
            <a:r>
              <a:rPr lang="en-US" sz="594">
                <a:solidFill>
                  <a:srgbClr val="405449"/>
                </a:solidFill>
                <a:latin typeface="Nobile"/>
                <a:ea typeface="Nobile"/>
                <a:cs typeface="Nobile"/>
                <a:sym typeface="Nobile"/>
              </a:rPr>
              <a:t>When I view the quick access section</a:t>
            </a:r>
            <a:endParaRPr sz="594">
              <a:solidFill>
                <a:srgbClr val="405449"/>
              </a:solidFill>
              <a:latin typeface="Nobile"/>
              <a:ea typeface="Nobile"/>
              <a:cs typeface="Nobile"/>
              <a:sym typeface="Nobile"/>
            </a:endParaRPr>
          </a:p>
          <a:p>
            <a:pPr marL="0" lvl="0" indent="0" algn="l" rtl="0">
              <a:lnSpc>
                <a:spcPct val="121000"/>
              </a:lnSpc>
              <a:spcBef>
                <a:spcPts val="0"/>
              </a:spcBef>
              <a:spcAft>
                <a:spcPts val="0"/>
              </a:spcAft>
              <a:buClr>
                <a:schemeClr val="dk1"/>
              </a:buClr>
              <a:buSzPts val="1100"/>
              <a:buFont typeface="Arial"/>
              <a:buNone/>
            </a:pPr>
            <a:r>
              <a:rPr lang="en-US" sz="594">
                <a:solidFill>
                  <a:srgbClr val="405449"/>
                </a:solidFill>
                <a:latin typeface="Nobile"/>
                <a:ea typeface="Nobile"/>
                <a:cs typeface="Nobile"/>
                <a:sym typeface="Nobile"/>
              </a:rPr>
              <a:t>Then I can navigate directly to key features with a single click</a:t>
            </a:r>
            <a:endParaRPr sz="594">
              <a:solidFill>
                <a:srgbClr val="405449"/>
              </a:solidFill>
              <a:latin typeface="Nobile"/>
              <a:ea typeface="Nobile"/>
              <a:cs typeface="Nobile"/>
              <a:sym typeface="Nobile"/>
            </a:endParaRPr>
          </a:p>
          <a:p>
            <a:pPr marL="0" marR="0" lvl="0" indent="0" algn="l" rtl="0">
              <a:lnSpc>
                <a:spcPct val="121052"/>
              </a:lnSpc>
              <a:spcBef>
                <a:spcPts val="0"/>
              </a:spcBef>
              <a:spcAft>
                <a:spcPts val="0"/>
              </a:spcAft>
              <a:buClr>
                <a:srgbClr val="405449"/>
              </a:buClr>
              <a:buSzPts val="594"/>
              <a:buFont typeface="Nobile"/>
              <a:buNone/>
            </a:pPr>
            <a:endParaRPr sz="594">
              <a:solidFill>
                <a:srgbClr val="405449"/>
              </a:solidFill>
              <a:latin typeface="Nobile"/>
              <a:ea typeface="Nobile"/>
              <a:cs typeface="Nobile"/>
              <a:sym typeface="Nobile"/>
            </a:endParaRPr>
          </a:p>
        </p:txBody>
      </p:sp>
      <p:sp>
        <p:nvSpPr>
          <p:cNvPr id="453" name="Google Shape;453;p20"/>
          <p:cNvSpPr/>
          <p:nvPr/>
        </p:nvSpPr>
        <p:spPr>
          <a:xfrm>
            <a:off x="8045949" y="4867382"/>
            <a:ext cx="1014600" cy="211800"/>
          </a:xfrm>
          <a:prstGeom prst="rect">
            <a:avLst/>
          </a:prstGeom>
          <a:solidFill>
            <a:schemeClr val="lt1"/>
          </a:solidFill>
          <a:ln w="7950" cap="flat" cmpd="sng">
            <a:solidFill>
              <a:schemeClr val="lt1"/>
            </a:solidFill>
            <a:prstDash val="solid"/>
            <a:miter lim="800000"/>
            <a:headEnd type="none" w="sm" len="sm"/>
            <a:tailEnd type="none" w="sm" len="sm"/>
          </a:ln>
        </p:spPr>
        <p:txBody>
          <a:bodyPr spcFirstLastPara="1" wrap="square" lIns="57150" tIns="28575" rIns="57150" bIns="28575" anchor="ctr" anchorCtr="0">
            <a:noAutofit/>
          </a:bodyPr>
          <a:lstStyle/>
          <a:p>
            <a:pPr marL="0" marR="0" lvl="0" indent="0" algn="ctr" rtl="0">
              <a:spcBef>
                <a:spcPts val="0"/>
              </a:spcBef>
              <a:spcAft>
                <a:spcPts val="0"/>
              </a:spcAft>
              <a:buNone/>
            </a:pPr>
            <a:endParaRPr sz="1125">
              <a:solidFill>
                <a:schemeClr val="lt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pic>
        <p:nvPicPr>
          <p:cNvPr id="459" name="Google Shape;459;p22" descr="preencoded.png"/>
          <p:cNvPicPr preferRelativeResize="0"/>
          <p:nvPr/>
        </p:nvPicPr>
        <p:blipFill rotWithShape="1">
          <a:blip r:embed="rId3">
            <a:alphaModFix/>
          </a:blip>
          <a:srcRect/>
          <a:stretch/>
        </p:blipFill>
        <p:spPr>
          <a:xfrm>
            <a:off x="5715000" y="0"/>
            <a:ext cx="3429000" cy="5143500"/>
          </a:xfrm>
          <a:prstGeom prst="rect">
            <a:avLst/>
          </a:prstGeom>
          <a:noFill/>
          <a:ln>
            <a:noFill/>
          </a:ln>
        </p:spPr>
      </p:pic>
      <p:sp>
        <p:nvSpPr>
          <p:cNvPr id="460" name="Google Shape;460;p22"/>
          <p:cNvSpPr/>
          <p:nvPr/>
        </p:nvSpPr>
        <p:spPr>
          <a:xfrm>
            <a:off x="91644" y="501020"/>
            <a:ext cx="2835300" cy="354300"/>
          </a:xfrm>
          <a:prstGeom prst="rect">
            <a:avLst/>
          </a:prstGeom>
          <a:noFill/>
          <a:ln>
            <a:noFill/>
          </a:ln>
        </p:spPr>
        <p:txBody>
          <a:bodyPr spcFirstLastPara="1" wrap="square" lIns="0" tIns="0" rIns="0" bIns="0" anchor="t" anchorCtr="0">
            <a:noAutofit/>
          </a:bodyPr>
          <a:lstStyle/>
          <a:p>
            <a:pPr marL="0" marR="0" lvl="0" indent="0" algn="l" rtl="0">
              <a:lnSpc>
                <a:spcPct val="125352"/>
              </a:lnSpc>
              <a:spcBef>
                <a:spcPts val="0"/>
              </a:spcBef>
              <a:spcAft>
                <a:spcPts val="0"/>
              </a:spcAft>
              <a:buClr>
                <a:srgbClr val="3B4540"/>
              </a:buClr>
              <a:buSzPts val="2219"/>
              <a:buFont typeface="Fraunces ExtraBold"/>
              <a:buNone/>
            </a:pPr>
            <a:r>
              <a:rPr lang="en-US" sz="2219" b="1">
                <a:solidFill>
                  <a:srgbClr val="3B4540"/>
                </a:solidFill>
                <a:latin typeface="Fraunces ExtraBold"/>
                <a:ea typeface="Fraunces ExtraBold"/>
                <a:cs typeface="Fraunces ExtraBold"/>
                <a:sym typeface="Fraunces ExtraBold"/>
              </a:rPr>
              <a:t>Test Cases</a:t>
            </a:r>
            <a:endParaRPr sz="2219">
              <a:solidFill>
                <a:schemeClr val="dk1"/>
              </a:solidFill>
              <a:latin typeface="Calibri"/>
              <a:ea typeface="Calibri"/>
              <a:cs typeface="Calibri"/>
              <a:sym typeface="Calibri"/>
            </a:endParaRPr>
          </a:p>
        </p:txBody>
      </p:sp>
      <p:pic>
        <p:nvPicPr>
          <p:cNvPr id="461" name="Google Shape;461;p22"/>
          <p:cNvPicPr preferRelativeResize="0"/>
          <p:nvPr/>
        </p:nvPicPr>
        <p:blipFill>
          <a:blip r:embed="rId4">
            <a:alphaModFix/>
          </a:blip>
          <a:stretch>
            <a:fillRect/>
          </a:stretch>
        </p:blipFill>
        <p:spPr>
          <a:xfrm>
            <a:off x="91650" y="1117775"/>
            <a:ext cx="5557875" cy="35751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23"/>
          <p:cNvSpPr/>
          <p:nvPr/>
        </p:nvSpPr>
        <p:spPr>
          <a:xfrm>
            <a:off x="240652" y="452663"/>
            <a:ext cx="5618700" cy="443100"/>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3B4540"/>
              </a:buClr>
              <a:buSzPts val="2781"/>
              <a:buFont typeface="Fraunces ExtraBold"/>
              <a:buNone/>
            </a:pPr>
            <a:r>
              <a:rPr lang="en-US" sz="2375" b="1">
                <a:solidFill>
                  <a:srgbClr val="3B4540"/>
                </a:solidFill>
                <a:latin typeface="Fraunces ExtraBold"/>
                <a:ea typeface="Fraunces ExtraBold"/>
                <a:cs typeface="Fraunces ExtraBold"/>
                <a:sym typeface="Fraunces ExtraBold"/>
              </a:rPr>
              <a:t>Sprint Summary: Sprint 0</a:t>
            </a:r>
            <a:endParaRPr sz="2375">
              <a:solidFill>
                <a:schemeClr val="dk1"/>
              </a:solidFill>
              <a:latin typeface="Calibri"/>
              <a:ea typeface="Calibri"/>
              <a:cs typeface="Calibri"/>
              <a:sym typeface="Calibri"/>
            </a:endParaRPr>
          </a:p>
        </p:txBody>
      </p:sp>
      <p:sp>
        <p:nvSpPr>
          <p:cNvPr id="468" name="Google Shape;468;p23"/>
          <p:cNvSpPr/>
          <p:nvPr/>
        </p:nvSpPr>
        <p:spPr>
          <a:xfrm>
            <a:off x="8052371" y="4848118"/>
            <a:ext cx="1001700" cy="224700"/>
          </a:xfrm>
          <a:prstGeom prst="rect">
            <a:avLst/>
          </a:prstGeom>
          <a:solidFill>
            <a:schemeClr val="lt1"/>
          </a:solidFill>
          <a:ln w="7950" cap="flat" cmpd="sng">
            <a:solidFill>
              <a:schemeClr val="lt1"/>
            </a:solidFill>
            <a:prstDash val="solid"/>
            <a:miter lim="800000"/>
            <a:headEnd type="none" w="sm" len="sm"/>
            <a:tailEnd type="none" w="sm" len="sm"/>
          </a:ln>
        </p:spPr>
        <p:txBody>
          <a:bodyPr spcFirstLastPara="1" wrap="square" lIns="57150" tIns="28575" rIns="57150" bIns="28575" anchor="ctr" anchorCtr="0">
            <a:noAutofit/>
          </a:bodyPr>
          <a:lstStyle/>
          <a:p>
            <a:pPr marL="0" marR="0" lvl="0" indent="0" algn="ctr" rtl="0">
              <a:spcBef>
                <a:spcPts val="0"/>
              </a:spcBef>
              <a:spcAft>
                <a:spcPts val="0"/>
              </a:spcAft>
              <a:buNone/>
            </a:pPr>
            <a:endParaRPr sz="1125">
              <a:solidFill>
                <a:schemeClr val="lt1"/>
              </a:solidFill>
              <a:latin typeface="Calibri"/>
              <a:ea typeface="Calibri"/>
              <a:cs typeface="Calibri"/>
              <a:sym typeface="Calibri"/>
            </a:endParaRPr>
          </a:p>
        </p:txBody>
      </p:sp>
      <p:pic>
        <p:nvPicPr>
          <p:cNvPr id="469" name="Google Shape;469;p23"/>
          <p:cNvPicPr preferRelativeResize="0"/>
          <p:nvPr/>
        </p:nvPicPr>
        <p:blipFill>
          <a:blip r:embed="rId3">
            <a:alphaModFix/>
          </a:blip>
          <a:stretch>
            <a:fillRect/>
          </a:stretch>
        </p:blipFill>
        <p:spPr>
          <a:xfrm>
            <a:off x="856575" y="1185534"/>
            <a:ext cx="7430850" cy="27724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g39731e1129b_0_7"/>
          <p:cNvSpPr/>
          <p:nvPr/>
        </p:nvSpPr>
        <p:spPr>
          <a:xfrm>
            <a:off x="253249" y="190675"/>
            <a:ext cx="7512000" cy="443100"/>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3B4540"/>
              </a:buClr>
              <a:buSzPts val="2781"/>
              <a:buFont typeface="Fraunces ExtraBold"/>
              <a:buNone/>
            </a:pPr>
            <a:r>
              <a:rPr lang="en-US" sz="2375" b="1">
                <a:solidFill>
                  <a:srgbClr val="3B4540"/>
                </a:solidFill>
                <a:latin typeface="Fraunces ExtraBold"/>
                <a:ea typeface="Fraunces ExtraBold"/>
                <a:cs typeface="Fraunces ExtraBold"/>
                <a:sym typeface="Fraunces ExtraBold"/>
              </a:rPr>
              <a:t>Sprint Summary: Sprint 1 User Stories</a:t>
            </a:r>
            <a:endParaRPr sz="2375" b="1">
              <a:solidFill>
                <a:srgbClr val="3B4540"/>
              </a:solidFill>
              <a:latin typeface="Fraunces ExtraBold"/>
              <a:ea typeface="Fraunces ExtraBold"/>
              <a:cs typeface="Fraunces ExtraBold"/>
              <a:sym typeface="Fraunces ExtraBold"/>
            </a:endParaRPr>
          </a:p>
        </p:txBody>
      </p:sp>
      <p:sp>
        <p:nvSpPr>
          <p:cNvPr id="476" name="Google Shape;476;g39731e1129b_0_7"/>
          <p:cNvSpPr/>
          <p:nvPr/>
        </p:nvSpPr>
        <p:spPr>
          <a:xfrm>
            <a:off x="8052371" y="4848118"/>
            <a:ext cx="1001700" cy="224700"/>
          </a:xfrm>
          <a:prstGeom prst="rect">
            <a:avLst/>
          </a:prstGeom>
          <a:solidFill>
            <a:schemeClr val="lt1"/>
          </a:solidFill>
          <a:ln w="7950" cap="flat" cmpd="sng">
            <a:solidFill>
              <a:schemeClr val="lt1"/>
            </a:solidFill>
            <a:prstDash val="solid"/>
            <a:miter lim="800000"/>
            <a:headEnd type="none" w="sm" len="sm"/>
            <a:tailEnd type="none" w="sm" len="sm"/>
          </a:ln>
        </p:spPr>
        <p:txBody>
          <a:bodyPr spcFirstLastPara="1" wrap="square" lIns="57150" tIns="28575" rIns="57150" bIns="28575" anchor="ctr" anchorCtr="0">
            <a:noAutofit/>
          </a:bodyPr>
          <a:lstStyle/>
          <a:p>
            <a:pPr marL="0" marR="0" lvl="0" indent="0" algn="ctr" rtl="0">
              <a:spcBef>
                <a:spcPts val="0"/>
              </a:spcBef>
              <a:spcAft>
                <a:spcPts val="0"/>
              </a:spcAft>
              <a:buNone/>
            </a:pPr>
            <a:endParaRPr sz="1125">
              <a:solidFill>
                <a:schemeClr val="lt1"/>
              </a:solidFill>
              <a:latin typeface="Calibri"/>
              <a:ea typeface="Calibri"/>
              <a:cs typeface="Calibri"/>
              <a:sym typeface="Calibri"/>
            </a:endParaRPr>
          </a:p>
        </p:txBody>
      </p:sp>
      <p:pic>
        <p:nvPicPr>
          <p:cNvPr id="477" name="Google Shape;477;g39731e1129b_0_7"/>
          <p:cNvPicPr preferRelativeResize="0"/>
          <p:nvPr/>
        </p:nvPicPr>
        <p:blipFill rotWithShape="1">
          <a:blip r:embed="rId3">
            <a:alphaModFix/>
          </a:blip>
          <a:srcRect t="27161"/>
          <a:stretch/>
        </p:blipFill>
        <p:spPr>
          <a:xfrm>
            <a:off x="529788" y="721950"/>
            <a:ext cx="8084426" cy="403799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g3dbf8bd5120_0_2"/>
          <p:cNvSpPr/>
          <p:nvPr/>
        </p:nvSpPr>
        <p:spPr>
          <a:xfrm>
            <a:off x="203699" y="165750"/>
            <a:ext cx="8736600" cy="443100"/>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3B4540"/>
              </a:buClr>
              <a:buSzPts val="2781"/>
              <a:buFont typeface="Fraunces ExtraBold"/>
              <a:buNone/>
            </a:pPr>
            <a:r>
              <a:rPr lang="en-US" sz="2375" b="1">
                <a:solidFill>
                  <a:srgbClr val="3B4540"/>
                </a:solidFill>
                <a:latin typeface="Fraunces ExtraBold"/>
                <a:ea typeface="Fraunces ExtraBold"/>
                <a:cs typeface="Fraunces ExtraBold"/>
                <a:sym typeface="Fraunces ExtraBold"/>
              </a:rPr>
              <a:t>Sprint Summary: Sprint 1 Tasks and Burndown Chart</a:t>
            </a:r>
            <a:endParaRPr sz="2375" b="1">
              <a:solidFill>
                <a:srgbClr val="3B4540"/>
              </a:solidFill>
              <a:latin typeface="Fraunces ExtraBold"/>
              <a:ea typeface="Fraunces ExtraBold"/>
              <a:cs typeface="Fraunces ExtraBold"/>
              <a:sym typeface="Fraunces ExtraBold"/>
            </a:endParaRPr>
          </a:p>
        </p:txBody>
      </p:sp>
      <p:sp>
        <p:nvSpPr>
          <p:cNvPr id="484" name="Google Shape;484;g3dbf8bd5120_0_2"/>
          <p:cNvSpPr/>
          <p:nvPr/>
        </p:nvSpPr>
        <p:spPr>
          <a:xfrm>
            <a:off x="8052371" y="4848118"/>
            <a:ext cx="1001700" cy="224700"/>
          </a:xfrm>
          <a:prstGeom prst="rect">
            <a:avLst/>
          </a:prstGeom>
          <a:solidFill>
            <a:schemeClr val="lt1"/>
          </a:solidFill>
          <a:ln w="7950" cap="flat" cmpd="sng">
            <a:solidFill>
              <a:schemeClr val="lt1"/>
            </a:solidFill>
            <a:prstDash val="solid"/>
            <a:miter lim="800000"/>
            <a:headEnd type="none" w="sm" len="sm"/>
            <a:tailEnd type="none" w="sm" len="sm"/>
          </a:ln>
        </p:spPr>
        <p:txBody>
          <a:bodyPr spcFirstLastPara="1" wrap="square" lIns="57150" tIns="28575" rIns="57150" bIns="28575" anchor="ctr" anchorCtr="0">
            <a:noAutofit/>
          </a:bodyPr>
          <a:lstStyle/>
          <a:p>
            <a:pPr marL="0" marR="0" lvl="0" indent="0" algn="ctr" rtl="0">
              <a:spcBef>
                <a:spcPts val="0"/>
              </a:spcBef>
              <a:spcAft>
                <a:spcPts val="0"/>
              </a:spcAft>
              <a:buNone/>
            </a:pPr>
            <a:endParaRPr sz="1125">
              <a:solidFill>
                <a:schemeClr val="lt1"/>
              </a:solidFill>
              <a:latin typeface="Calibri"/>
              <a:ea typeface="Calibri"/>
              <a:cs typeface="Calibri"/>
              <a:sym typeface="Calibri"/>
            </a:endParaRPr>
          </a:p>
        </p:txBody>
      </p:sp>
      <p:pic>
        <p:nvPicPr>
          <p:cNvPr id="485" name="Google Shape;485;g3dbf8bd5120_0_2"/>
          <p:cNvPicPr preferRelativeResize="0"/>
          <p:nvPr/>
        </p:nvPicPr>
        <p:blipFill rotWithShape="1">
          <a:blip r:embed="rId3">
            <a:alphaModFix/>
          </a:blip>
          <a:srcRect t="34439"/>
          <a:stretch/>
        </p:blipFill>
        <p:spPr>
          <a:xfrm>
            <a:off x="1204238" y="2795875"/>
            <a:ext cx="6497423" cy="2276949"/>
          </a:xfrm>
          <a:prstGeom prst="rect">
            <a:avLst/>
          </a:prstGeom>
          <a:noFill/>
          <a:ln>
            <a:noFill/>
          </a:ln>
        </p:spPr>
      </p:pic>
      <p:pic>
        <p:nvPicPr>
          <p:cNvPr id="486" name="Google Shape;486;g3dbf8bd5120_0_2"/>
          <p:cNvPicPr preferRelativeResize="0"/>
          <p:nvPr/>
        </p:nvPicPr>
        <p:blipFill>
          <a:blip r:embed="rId4">
            <a:alphaModFix/>
          </a:blip>
          <a:stretch>
            <a:fillRect/>
          </a:stretch>
        </p:blipFill>
        <p:spPr>
          <a:xfrm>
            <a:off x="2058763" y="731050"/>
            <a:ext cx="4788352" cy="19426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g39731e1129b_0_13"/>
          <p:cNvSpPr/>
          <p:nvPr/>
        </p:nvSpPr>
        <p:spPr>
          <a:xfrm>
            <a:off x="246424" y="364425"/>
            <a:ext cx="7577700" cy="443100"/>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3B4540"/>
              </a:buClr>
              <a:buSzPts val="2781"/>
              <a:buFont typeface="Fraunces ExtraBold"/>
              <a:buNone/>
            </a:pPr>
            <a:r>
              <a:rPr lang="en-US" sz="2375" b="1">
                <a:solidFill>
                  <a:srgbClr val="3B4540"/>
                </a:solidFill>
                <a:latin typeface="Fraunces ExtraBold"/>
                <a:ea typeface="Fraunces ExtraBold"/>
                <a:cs typeface="Fraunces ExtraBold"/>
                <a:sym typeface="Fraunces ExtraBold"/>
              </a:rPr>
              <a:t>Sprint Summary: Sprint 2 User Stories</a:t>
            </a:r>
            <a:endParaRPr sz="2375" b="1">
              <a:solidFill>
                <a:srgbClr val="3B4540"/>
              </a:solidFill>
              <a:latin typeface="Fraunces ExtraBold"/>
              <a:ea typeface="Fraunces ExtraBold"/>
              <a:cs typeface="Fraunces ExtraBold"/>
              <a:sym typeface="Fraunces ExtraBold"/>
            </a:endParaRPr>
          </a:p>
        </p:txBody>
      </p:sp>
      <p:sp>
        <p:nvSpPr>
          <p:cNvPr id="493" name="Google Shape;493;g39731e1129b_0_13"/>
          <p:cNvSpPr/>
          <p:nvPr/>
        </p:nvSpPr>
        <p:spPr>
          <a:xfrm>
            <a:off x="8052371" y="4848118"/>
            <a:ext cx="1001700" cy="224700"/>
          </a:xfrm>
          <a:prstGeom prst="rect">
            <a:avLst/>
          </a:prstGeom>
          <a:solidFill>
            <a:schemeClr val="lt1"/>
          </a:solidFill>
          <a:ln w="7950" cap="flat" cmpd="sng">
            <a:solidFill>
              <a:schemeClr val="lt1"/>
            </a:solidFill>
            <a:prstDash val="solid"/>
            <a:miter lim="800000"/>
            <a:headEnd type="none" w="sm" len="sm"/>
            <a:tailEnd type="none" w="sm" len="sm"/>
          </a:ln>
        </p:spPr>
        <p:txBody>
          <a:bodyPr spcFirstLastPara="1" wrap="square" lIns="57150" tIns="28575" rIns="57150" bIns="28575" anchor="ctr" anchorCtr="0">
            <a:noAutofit/>
          </a:bodyPr>
          <a:lstStyle/>
          <a:p>
            <a:pPr marL="0" marR="0" lvl="0" indent="0" algn="ctr" rtl="0">
              <a:spcBef>
                <a:spcPts val="0"/>
              </a:spcBef>
              <a:spcAft>
                <a:spcPts val="0"/>
              </a:spcAft>
              <a:buNone/>
            </a:pPr>
            <a:endParaRPr sz="1125">
              <a:solidFill>
                <a:schemeClr val="lt1"/>
              </a:solidFill>
              <a:latin typeface="Calibri"/>
              <a:ea typeface="Calibri"/>
              <a:cs typeface="Calibri"/>
              <a:sym typeface="Calibri"/>
            </a:endParaRPr>
          </a:p>
        </p:txBody>
      </p:sp>
      <p:pic>
        <p:nvPicPr>
          <p:cNvPr id="494" name="Google Shape;494;g39731e1129b_0_13"/>
          <p:cNvPicPr preferRelativeResize="0"/>
          <p:nvPr/>
        </p:nvPicPr>
        <p:blipFill>
          <a:blip r:embed="rId3">
            <a:alphaModFix/>
          </a:blip>
          <a:stretch>
            <a:fillRect/>
          </a:stretch>
        </p:blipFill>
        <p:spPr>
          <a:xfrm>
            <a:off x="246413" y="1015863"/>
            <a:ext cx="8651176" cy="36239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g3dbf8bd5120_0_11"/>
          <p:cNvSpPr/>
          <p:nvPr/>
        </p:nvSpPr>
        <p:spPr>
          <a:xfrm>
            <a:off x="382550" y="169100"/>
            <a:ext cx="8462100" cy="443100"/>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3B4540"/>
              </a:buClr>
              <a:buSzPts val="2781"/>
              <a:buFont typeface="Fraunces ExtraBold"/>
              <a:buNone/>
            </a:pPr>
            <a:r>
              <a:rPr lang="en-US" sz="2375" b="1">
                <a:solidFill>
                  <a:srgbClr val="3B4540"/>
                </a:solidFill>
                <a:latin typeface="Fraunces ExtraBold"/>
                <a:ea typeface="Fraunces ExtraBold"/>
                <a:cs typeface="Fraunces ExtraBold"/>
                <a:sym typeface="Fraunces ExtraBold"/>
              </a:rPr>
              <a:t>Sprint Summary: Sprint 2 Tasks and Burndown Chart</a:t>
            </a:r>
            <a:endParaRPr sz="2375" b="1">
              <a:solidFill>
                <a:srgbClr val="3B4540"/>
              </a:solidFill>
              <a:latin typeface="Fraunces ExtraBold"/>
              <a:ea typeface="Fraunces ExtraBold"/>
              <a:cs typeface="Fraunces ExtraBold"/>
              <a:sym typeface="Fraunces ExtraBold"/>
            </a:endParaRPr>
          </a:p>
        </p:txBody>
      </p:sp>
      <p:sp>
        <p:nvSpPr>
          <p:cNvPr id="501" name="Google Shape;501;g3dbf8bd5120_0_11"/>
          <p:cNvSpPr/>
          <p:nvPr/>
        </p:nvSpPr>
        <p:spPr>
          <a:xfrm>
            <a:off x="8052371" y="4848118"/>
            <a:ext cx="1001700" cy="224700"/>
          </a:xfrm>
          <a:prstGeom prst="rect">
            <a:avLst/>
          </a:prstGeom>
          <a:solidFill>
            <a:schemeClr val="lt1"/>
          </a:solidFill>
          <a:ln w="7950" cap="flat" cmpd="sng">
            <a:solidFill>
              <a:schemeClr val="lt1"/>
            </a:solidFill>
            <a:prstDash val="solid"/>
            <a:miter lim="800000"/>
            <a:headEnd type="none" w="sm" len="sm"/>
            <a:tailEnd type="none" w="sm" len="sm"/>
          </a:ln>
        </p:spPr>
        <p:txBody>
          <a:bodyPr spcFirstLastPara="1" wrap="square" lIns="57150" tIns="28575" rIns="57150" bIns="28575" anchor="ctr" anchorCtr="0">
            <a:noAutofit/>
          </a:bodyPr>
          <a:lstStyle/>
          <a:p>
            <a:pPr marL="0" marR="0" lvl="0" indent="0" algn="ctr" rtl="0">
              <a:spcBef>
                <a:spcPts val="0"/>
              </a:spcBef>
              <a:spcAft>
                <a:spcPts val="0"/>
              </a:spcAft>
              <a:buNone/>
            </a:pPr>
            <a:endParaRPr sz="1125">
              <a:solidFill>
                <a:schemeClr val="lt1"/>
              </a:solidFill>
              <a:latin typeface="Calibri"/>
              <a:ea typeface="Calibri"/>
              <a:cs typeface="Calibri"/>
              <a:sym typeface="Calibri"/>
            </a:endParaRPr>
          </a:p>
        </p:txBody>
      </p:sp>
      <p:pic>
        <p:nvPicPr>
          <p:cNvPr id="502" name="Google Shape;502;g3dbf8bd5120_0_11"/>
          <p:cNvPicPr preferRelativeResize="0"/>
          <p:nvPr/>
        </p:nvPicPr>
        <p:blipFill>
          <a:blip r:embed="rId3">
            <a:alphaModFix/>
          </a:blip>
          <a:stretch>
            <a:fillRect/>
          </a:stretch>
        </p:blipFill>
        <p:spPr>
          <a:xfrm>
            <a:off x="2062838" y="669675"/>
            <a:ext cx="5018327" cy="1976925"/>
          </a:xfrm>
          <a:prstGeom prst="rect">
            <a:avLst/>
          </a:prstGeom>
          <a:noFill/>
          <a:ln>
            <a:noFill/>
          </a:ln>
        </p:spPr>
      </p:pic>
      <p:pic>
        <p:nvPicPr>
          <p:cNvPr id="503" name="Google Shape;503;g3dbf8bd5120_0_11"/>
          <p:cNvPicPr preferRelativeResize="0"/>
          <p:nvPr/>
        </p:nvPicPr>
        <p:blipFill rotWithShape="1">
          <a:blip r:embed="rId4">
            <a:alphaModFix/>
          </a:blip>
          <a:srcRect t="25507"/>
          <a:stretch/>
        </p:blipFill>
        <p:spPr>
          <a:xfrm>
            <a:off x="882600" y="2778850"/>
            <a:ext cx="7462001" cy="218912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g39731e1129b_0_19"/>
          <p:cNvSpPr/>
          <p:nvPr/>
        </p:nvSpPr>
        <p:spPr>
          <a:xfrm>
            <a:off x="121177" y="340888"/>
            <a:ext cx="5618700" cy="443100"/>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3B4540"/>
              </a:buClr>
              <a:buSzPts val="2781"/>
              <a:buFont typeface="Fraunces ExtraBold"/>
              <a:buNone/>
            </a:pPr>
            <a:r>
              <a:rPr lang="en-US" sz="2375" b="1">
                <a:solidFill>
                  <a:srgbClr val="3B4540"/>
                </a:solidFill>
                <a:latin typeface="Fraunces ExtraBold"/>
                <a:ea typeface="Fraunces ExtraBold"/>
                <a:cs typeface="Fraunces ExtraBold"/>
                <a:sym typeface="Fraunces ExtraBold"/>
              </a:rPr>
              <a:t>Sprint Backlog: Sprint 3</a:t>
            </a:r>
            <a:endParaRPr sz="2375" b="1">
              <a:solidFill>
                <a:srgbClr val="3B4540"/>
              </a:solidFill>
              <a:latin typeface="Fraunces ExtraBold"/>
              <a:ea typeface="Fraunces ExtraBold"/>
              <a:cs typeface="Fraunces ExtraBold"/>
              <a:sym typeface="Fraunces ExtraBold"/>
            </a:endParaRPr>
          </a:p>
        </p:txBody>
      </p:sp>
      <p:sp>
        <p:nvSpPr>
          <p:cNvPr id="510" name="Google Shape;510;g39731e1129b_0_19"/>
          <p:cNvSpPr/>
          <p:nvPr/>
        </p:nvSpPr>
        <p:spPr>
          <a:xfrm>
            <a:off x="8052371" y="4848118"/>
            <a:ext cx="1001700" cy="224700"/>
          </a:xfrm>
          <a:prstGeom prst="rect">
            <a:avLst/>
          </a:prstGeom>
          <a:solidFill>
            <a:schemeClr val="lt1"/>
          </a:solidFill>
          <a:ln w="7950" cap="flat" cmpd="sng">
            <a:solidFill>
              <a:schemeClr val="lt1"/>
            </a:solidFill>
            <a:prstDash val="solid"/>
            <a:miter lim="800000"/>
            <a:headEnd type="none" w="sm" len="sm"/>
            <a:tailEnd type="none" w="sm" len="sm"/>
          </a:ln>
        </p:spPr>
        <p:txBody>
          <a:bodyPr spcFirstLastPara="1" wrap="square" lIns="57150" tIns="28575" rIns="57150" bIns="28575" anchor="ctr" anchorCtr="0">
            <a:noAutofit/>
          </a:bodyPr>
          <a:lstStyle/>
          <a:p>
            <a:pPr marL="0" marR="0" lvl="0" indent="0" algn="ctr" rtl="0">
              <a:spcBef>
                <a:spcPts val="0"/>
              </a:spcBef>
              <a:spcAft>
                <a:spcPts val="0"/>
              </a:spcAft>
              <a:buNone/>
            </a:pPr>
            <a:endParaRPr sz="1125">
              <a:solidFill>
                <a:schemeClr val="lt1"/>
              </a:solidFill>
              <a:latin typeface="Calibri"/>
              <a:ea typeface="Calibri"/>
              <a:cs typeface="Calibri"/>
              <a:sym typeface="Calibri"/>
            </a:endParaRPr>
          </a:p>
        </p:txBody>
      </p:sp>
      <p:pic>
        <p:nvPicPr>
          <p:cNvPr id="511" name="Google Shape;511;g39731e1129b_0_19"/>
          <p:cNvPicPr preferRelativeResize="0"/>
          <p:nvPr/>
        </p:nvPicPr>
        <p:blipFill>
          <a:blip r:embed="rId3">
            <a:alphaModFix/>
          </a:blip>
          <a:stretch>
            <a:fillRect/>
          </a:stretch>
        </p:blipFill>
        <p:spPr>
          <a:xfrm>
            <a:off x="121150" y="1081888"/>
            <a:ext cx="8901676" cy="297971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24"/>
          <p:cNvSpPr/>
          <p:nvPr/>
        </p:nvSpPr>
        <p:spPr>
          <a:xfrm>
            <a:off x="152394" y="384300"/>
            <a:ext cx="5647500" cy="443100"/>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3B4540"/>
              </a:buClr>
              <a:buSzPts val="2781"/>
              <a:buFont typeface="Fraunces ExtraBold"/>
              <a:buNone/>
            </a:pPr>
            <a:r>
              <a:rPr lang="en-US" sz="2400" b="1">
                <a:solidFill>
                  <a:srgbClr val="3B4540"/>
                </a:solidFill>
                <a:latin typeface="Fraunces ExtraBold"/>
                <a:ea typeface="Fraunces ExtraBold"/>
                <a:cs typeface="Fraunces ExtraBold"/>
                <a:sym typeface="Fraunces ExtraBold"/>
              </a:rPr>
              <a:t>Stories Completed - Sprint 3</a:t>
            </a:r>
            <a:endParaRPr sz="2400" b="1">
              <a:solidFill>
                <a:srgbClr val="3B4540"/>
              </a:solidFill>
              <a:latin typeface="Fraunces ExtraBold"/>
              <a:ea typeface="Fraunces ExtraBold"/>
              <a:cs typeface="Fraunces ExtraBold"/>
              <a:sym typeface="Fraunces ExtraBold"/>
            </a:endParaRPr>
          </a:p>
        </p:txBody>
      </p:sp>
      <p:sp>
        <p:nvSpPr>
          <p:cNvPr id="518" name="Google Shape;518;p24"/>
          <p:cNvSpPr/>
          <p:nvPr/>
        </p:nvSpPr>
        <p:spPr>
          <a:xfrm>
            <a:off x="8071635" y="4867382"/>
            <a:ext cx="988800" cy="199200"/>
          </a:xfrm>
          <a:prstGeom prst="rect">
            <a:avLst/>
          </a:prstGeom>
          <a:solidFill>
            <a:schemeClr val="lt1"/>
          </a:solidFill>
          <a:ln w="7950" cap="flat" cmpd="sng">
            <a:solidFill>
              <a:schemeClr val="lt1"/>
            </a:solidFill>
            <a:prstDash val="solid"/>
            <a:miter lim="800000"/>
            <a:headEnd type="none" w="sm" len="sm"/>
            <a:tailEnd type="none" w="sm" len="sm"/>
          </a:ln>
        </p:spPr>
        <p:txBody>
          <a:bodyPr spcFirstLastPara="1" wrap="square" lIns="57150" tIns="28575" rIns="57150" bIns="28575" anchor="ctr" anchorCtr="0">
            <a:noAutofit/>
          </a:bodyPr>
          <a:lstStyle/>
          <a:p>
            <a:pPr marL="0" marR="0" lvl="0" indent="0" algn="ctr" rtl="0">
              <a:spcBef>
                <a:spcPts val="0"/>
              </a:spcBef>
              <a:spcAft>
                <a:spcPts val="0"/>
              </a:spcAft>
              <a:buNone/>
            </a:pPr>
            <a:endParaRPr sz="1125">
              <a:solidFill>
                <a:schemeClr val="lt1"/>
              </a:solidFill>
              <a:latin typeface="Calibri"/>
              <a:ea typeface="Calibri"/>
              <a:cs typeface="Calibri"/>
              <a:sym typeface="Calibri"/>
            </a:endParaRPr>
          </a:p>
        </p:txBody>
      </p:sp>
      <p:pic>
        <p:nvPicPr>
          <p:cNvPr id="519" name="Google Shape;519;p24"/>
          <p:cNvPicPr preferRelativeResize="0"/>
          <p:nvPr/>
        </p:nvPicPr>
        <p:blipFill>
          <a:blip r:embed="rId3">
            <a:alphaModFix/>
          </a:blip>
          <a:stretch>
            <a:fillRect/>
          </a:stretch>
        </p:blipFill>
        <p:spPr>
          <a:xfrm>
            <a:off x="152400" y="1097000"/>
            <a:ext cx="8839199" cy="294951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p27"/>
          <p:cNvSpPr/>
          <p:nvPr/>
        </p:nvSpPr>
        <p:spPr>
          <a:xfrm>
            <a:off x="152388" y="464561"/>
            <a:ext cx="7029900" cy="443100"/>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3B4540"/>
              </a:buClr>
              <a:buSzPts val="2781"/>
              <a:buFont typeface="Fraunces ExtraBold"/>
              <a:buNone/>
            </a:pPr>
            <a:r>
              <a:rPr lang="en-US" sz="2500" b="1">
                <a:solidFill>
                  <a:srgbClr val="3B4540"/>
                </a:solidFill>
                <a:latin typeface="Fraunces ExtraBold"/>
                <a:ea typeface="Fraunces ExtraBold"/>
                <a:cs typeface="Fraunces ExtraBold"/>
                <a:sym typeface="Fraunces ExtraBold"/>
              </a:rPr>
              <a:t>Metrics - Status Overview as of Sprint 3</a:t>
            </a:r>
            <a:endParaRPr sz="2500">
              <a:solidFill>
                <a:schemeClr val="dk1"/>
              </a:solidFill>
              <a:latin typeface="Calibri"/>
              <a:ea typeface="Calibri"/>
              <a:cs typeface="Calibri"/>
              <a:sym typeface="Calibri"/>
            </a:endParaRPr>
          </a:p>
        </p:txBody>
      </p:sp>
      <p:sp>
        <p:nvSpPr>
          <p:cNvPr id="526" name="Google Shape;526;p27"/>
          <p:cNvSpPr/>
          <p:nvPr/>
        </p:nvSpPr>
        <p:spPr>
          <a:xfrm>
            <a:off x="8039528" y="4809590"/>
            <a:ext cx="1014600" cy="250500"/>
          </a:xfrm>
          <a:prstGeom prst="rect">
            <a:avLst/>
          </a:prstGeom>
          <a:solidFill>
            <a:schemeClr val="lt1"/>
          </a:solidFill>
          <a:ln w="7950" cap="flat" cmpd="sng">
            <a:solidFill>
              <a:schemeClr val="lt1"/>
            </a:solidFill>
            <a:prstDash val="solid"/>
            <a:miter lim="800000"/>
            <a:headEnd type="none" w="sm" len="sm"/>
            <a:tailEnd type="none" w="sm" len="sm"/>
          </a:ln>
        </p:spPr>
        <p:txBody>
          <a:bodyPr spcFirstLastPara="1" wrap="square" lIns="57150" tIns="28575" rIns="57150" bIns="28575" anchor="ctr" anchorCtr="0">
            <a:noAutofit/>
          </a:bodyPr>
          <a:lstStyle/>
          <a:p>
            <a:pPr marL="0" marR="0" lvl="0" indent="0" algn="ctr" rtl="0">
              <a:spcBef>
                <a:spcPts val="0"/>
              </a:spcBef>
              <a:spcAft>
                <a:spcPts val="0"/>
              </a:spcAft>
              <a:buNone/>
            </a:pPr>
            <a:endParaRPr sz="1125">
              <a:solidFill>
                <a:schemeClr val="lt1"/>
              </a:solidFill>
              <a:latin typeface="Calibri"/>
              <a:ea typeface="Calibri"/>
              <a:cs typeface="Calibri"/>
              <a:sym typeface="Calibri"/>
            </a:endParaRPr>
          </a:p>
        </p:txBody>
      </p:sp>
      <p:pic>
        <p:nvPicPr>
          <p:cNvPr id="527" name="Google Shape;527;p27"/>
          <p:cNvPicPr preferRelativeResize="0"/>
          <p:nvPr/>
        </p:nvPicPr>
        <p:blipFill>
          <a:blip r:embed="rId3">
            <a:alphaModFix/>
          </a:blip>
          <a:stretch>
            <a:fillRect/>
          </a:stretch>
        </p:blipFill>
        <p:spPr>
          <a:xfrm>
            <a:off x="152400" y="1239161"/>
            <a:ext cx="8839201" cy="315069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28"/>
          <p:cNvSpPr/>
          <p:nvPr/>
        </p:nvSpPr>
        <p:spPr>
          <a:xfrm>
            <a:off x="213753" y="229181"/>
            <a:ext cx="8047800" cy="470100"/>
          </a:xfrm>
          <a:prstGeom prst="rect">
            <a:avLst/>
          </a:prstGeom>
          <a:noFill/>
          <a:ln>
            <a:noFill/>
          </a:ln>
        </p:spPr>
        <p:txBody>
          <a:bodyPr spcFirstLastPara="1" wrap="square" lIns="0" tIns="0" rIns="0" bIns="0" anchor="t" anchorCtr="0">
            <a:noAutofit/>
          </a:bodyPr>
          <a:lstStyle/>
          <a:p>
            <a:pPr marL="0" marR="0" lvl="0" indent="0" algn="l" rtl="0">
              <a:lnSpc>
                <a:spcPct val="126470"/>
              </a:lnSpc>
              <a:spcBef>
                <a:spcPts val="0"/>
              </a:spcBef>
              <a:spcAft>
                <a:spcPts val="0"/>
              </a:spcAft>
              <a:buClr>
                <a:srgbClr val="3B4540"/>
              </a:buClr>
              <a:buSzPts val="1063"/>
              <a:buFont typeface="Fraunces ExtraBold"/>
              <a:buNone/>
            </a:pPr>
            <a:r>
              <a:rPr lang="en-US" sz="2063" b="1">
                <a:solidFill>
                  <a:srgbClr val="3B4540"/>
                </a:solidFill>
                <a:latin typeface="Fraunces ExtraBold"/>
                <a:ea typeface="Fraunces ExtraBold"/>
                <a:cs typeface="Fraunces ExtraBold"/>
                <a:sym typeface="Fraunces ExtraBold"/>
              </a:rPr>
              <a:t>Metrics - Team's Historical Velocity (Average)</a:t>
            </a:r>
            <a:endParaRPr sz="2063">
              <a:solidFill>
                <a:schemeClr val="dk1"/>
              </a:solidFill>
              <a:latin typeface="Calibri"/>
              <a:ea typeface="Calibri"/>
              <a:cs typeface="Calibri"/>
              <a:sym typeface="Calibri"/>
            </a:endParaRPr>
          </a:p>
        </p:txBody>
      </p:sp>
      <p:sp>
        <p:nvSpPr>
          <p:cNvPr id="534" name="Google Shape;534;p28"/>
          <p:cNvSpPr/>
          <p:nvPr/>
        </p:nvSpPr>
        <p:spPr>
          <a:xfrm>
            <a:off x="8001000" y="4873803"/>
            <a:ext cx="1098000" cy="186300"/>
          </a:xfrm>
          <a:prstGeom prst="rect">
            <a:avLst/>
          </a:prstGeom>
          <a:solidFill>
            <a:schemeClr val="lt1"/>
          </a:solidFill>
          <a:ln w="7950" cap="flat" cmpd="sng">
            <a:solidFill>
              <a:schemeClr val="lt1"/>
            </a:solidFill>
            <a:prstDash val="solid"/>
            <a:miter lim="800000"/>
            <a:headEnd type="none" w="sm" len="sm"/>
            <a:tailEnd type="none" w="sm" len="sm"/>
          </a:ln>
        </p:spPr>
        <p:txBody>
          <a:bodyPr spcFirstLastPara="1" wrap="square" lIns="57150" tIns="28575" rIns="57150" bIns="28575" anchor="ctr" anchorCtr="0">
            <a:noAutofit/>
          </a:bodyPr>
          <a:lstStyle/>
          <a:p>
            <a:pPr marL="0" marR="0" lvl="0" indent="0" algn="ctr" rtl="0">
              <a:spcBef>
                <a:spcPts val="0"/>
              </a:spcBef>
              <a:spcAft>
                <a:spcPts val="0"/>
              </a:spcAft>
              <a:buNone/>
            </a:pPr>
            <a:endParaRPr sz="1125">
              <a:solidFill>
                <a:schemeClr val="lt1"/>
              </a:solidFill>
              <a:latin typeface="Calibri"/>
              <a:ea typeface="Calibri"/>
              <a:cs typeface="Calibri"/>
              <a:sym typeface="Calibri"/>
            </a:endParaRPr>
          </a:p>
        </p:txBody>
      </p:sp>
      <p:pic>
        <p:nvPicPr>
          <p:cNvPr id="535" name="Google Shape;535;p28"/>
          <p:cNvPicPr preferRelativeResize="0"/>
          <p:nvPr/>
        </p:nvPicPr>
        <p:blipFill>
          <a:blip r:embed="rId3">
            <a:alphaModFix/>
          </a:blip>
          <a:stretch>
            <a:fillRect/>
          </a:stretch>
        </p:blipFill>
        <p:spPr>
          <a:xfrm>
            <a:off x="1060238" y="699275"/>
            <a:ext cx="7023524" cy="412907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1" name="Google Shape;541;p29"/>
          <p:cNvSpPr/>
          <p:nvPr/>
        </p:nvSpPr>
        <p:spPr>
          <a:xfrm>
            <a:off x="152394" y="182655"/>
            <a:ext cx="4664700" cy="332400"/>
          </a:xfrm>
          <a:prstGeom prst="rect">
            <a:avLst/>
          </a:prstGeom>
          <a:noFill/>
          <a:ln>
            <a:noFill/>
          </a:ln>
        </p:spPr>
        <p:txBody>
          <a:bodyPr spcFirstLastPara="1" wrap="square" lIns="0" tIns="0" rIns="0" bIns="0" anchor="t" anchorCtr="0">
            <a:noAutofit/>
          </a:bodyPr>
          <a:lstStyle/>
          <a:p>
            <a:pPr marL="0" marR="0" lvl="0" indent="0" algn="l" rtl="0">
              <a:lnSpc>
                <a:spcPct val="125757"/>
              </a:lnSpc>
              <a:spcBef>
                <a:spcPts val="0"/>
              </a:spcBef>
              <a:spcAft>
                <a:spcPts val="0"/>
              </a:spcAft>
              <a:buClr>
                <a:srgbClr val="3B4540"/>
              </a:buClr>
              <a:buSzPts val="2063"/>
              <a:buFont typeface="Fraunces ExtraBold"/>
              <a:buNone/>
            </a:pPr>
            <a:r>
              <a:rPr lang="en-US" sz="2063" b="1">
                <a:solidFill>
                  <a:srgbClr val="3B4540"/>
                </a:solidFill>
                <a:latin typeface="Fraunces ExtraBold"/>
                <a:ea typeface="Fraunces ExtraBold"/>
                <a:cs typeface="Fraunces ExtraBold"/>
                <a:sym typeface="Fraunces ExtraBold"/>
              </a:rPr>
              <a:t>Metrics - Sprint 3 Burndown Chart</a:t>
            </a:r>
            <a:endParaRPr sz="2063">
              <a:solidFill>
                <a:schemeClr val="dk1"/>
              </a:solidFill>
              <a:latin typeface="Calibri"/>
              <a:ea typeface="Calibri"/>
              <a:cs typeface="Calibri"/>
              <a:sym typeface="Calibri"/>
            </a:endParaRPr>
          </a:p>
        </p:txBody>
      </p:sp>
      <p:sp>
        <p:nvSpPr>
          <p:cNvPr id="542" name="Google Shape;542;p29"/>
          <p:cNvSpPr/>
          <p:nvPr/>
        </p:nvSpPr>
        <p:spPr>
          <a:xfrm>
            <a:off x="8065214" y="4854539"/>
            <a:ext cx="1001700" cy="211800"/>
          </a:xfrm>
          <a:prstGeom prst="rect">
            <a:avLst/>
          </a:prstGeom>
          <a:solidFill>
            <a:schemeClr val="lt1"/>
          </a:solidFill>
          <a:ln w="7950" cap="flat" cmpd="sng">
            <a:solidFill>
              <a:schemeClr val="lt1"/>
            </a:solidFill>
            <a:prstDash val="solid"/>
            <a:miter lim="800000"/>
            <a:headEnd type="none" w="sm" len="sm"/>
            <a:tailEnd type="none" w="sm" len="sm"/>
          </a:ln>
        </p:spPr>
        <p:txBody>
          <a:bodyPr spcFirstLastPara="1" wrap="square" lIns="57150" tIns="28575" rIns="57150" bIns="28575" anchor="ctr" anchorCtr="0">
            <a:noAutofit/>
          </a:bodyPr>
          <a:lstStyle/>
          <a:p>
            <a:pPr marL="0" marR="0" lvl="0" indent="0" algn="ctr" rtl="0">
              <a:spcBef>
                <a:spcPts val="0"/>
              </a:spcBef>
              <a:spcAft>
                <a:spcPts val="0"/>
              </a:spcAft>
              <a:buNone/>
            </a:pPr>
            <a:endParaRPr sz="1125">
              <a:solidFill>
                <a:schemeClr val="lt1"/>
              </a:solidFill>
              <a:latin typeface="Calibri"/>
              <a:ea typeface="Calibri"/>
              <a:cs typeface="Calibri"/>
              <a:sym typeface="Calibri"/>
            </a:endParaRPr>
          </a:p>
        </p:txBody>
      </p:sp>
      <p:pic>
        <p:nvPicPr>
          <p:cNvPr id="543" name="Google Shape;543;p29"/>
          <p:cNvPicPr preferRelativeResize="0"/>
          <p:nvPr/>
        </p:nvPicPr>
        <p:blipFill>
          <a:blip r:embed="rId3">
            <a:alphaModFix/>
          </a:blip>
          <a:stretch>
            <a:fillRect/>
          </a:stretch>
        </p:blipFill>
        <p:spPr>
          <a:xfrm>
            <a:off x="272700" y="635912"/>
            <a:ext cx="8598605" cy="4097787"/>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30"/>
          <p:cNvSpPr/>
          <p:nvPr/>
        </p:nvSpPr>
        <p:spPr>
          <a:xfrm>
            <a:off x="296088" y="262906"/>
            <a:ext cx="5406900" cy="443100"/>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3B4540"/>
              </a:buClr>
              <a:buSzPts val="2781"/>
              <a:buFont typeface="Fraunces ExtraBold"/>
              <a:buNone/>
            </a:pPr>
            <a:r>
              <a:rPr lang="en-US" sz="2375" b="1">
                <a:solidFill>
                  <a:srgbClr val="3B4540"/>
                </a:solidFill>
                <a:latin typeface="Fraunces ExtraBold"/>
                <a:ea typeface="Fraunces ExtraBold"/>
                <a:cs typeface="Fraunces ExtraBold"/>
                <a:sym typeface="Fraunces ExtraBold"/>
              </a:rPr>
              <a:t>Metrics - Sprint 3 Ratio Status</a:t>
            </a:r>
            <a:endParaRPr sz="2375">
              <a:solidFill>
                <a:schemeClr val="dk1"/>
              </a:solidFill>
              <a:latin typeface="Calibri"/>
              <a:ea typeface="Calibri"/>
              <a:cs typeface="Calibri"/>
              <a:sym typeface="Calibri"/>
            </a:endParaRPr>
          </a:p>
        </p:txBody>
      </p:sp>
      <p:sp>
        <p:nvSpPr>
          <p:cNvPr id="550" name="Google Shape;550;p30"/>
          <p:cNvSpPr/>
          <p:nvPr/>
        </p:nvSpPr>
        <p:spPr>
          <a:xfrm>
            <a:off x="8039528" y="4867382"/>
            <a:ext cx="1033800" cy="211800"/>
          </a:xfrm>
          <a:prstGeom prst="rect">
            <a:avLst/>
          </a:prstGeom>
          <a:solidFill>
            <a:schemeClr val="lt1"/>
          </a:solidFill>
          <a:ln w="7950" cap="flat" cmpd="sng">
            <a:solidFill>
              <a:schemeClr val="lt1"/>
            </a:solidFill>
            <a:prstDash val="solid"/>
            <a:miter lim="800000"/>
            <a:headEnd type="none" w="sm" len="sm"/>
            <a:tailEnd type="none" w="sm" len="sm"/>
          </a:ln>
        </p:spPr>
        <p:txBody>
          <a:bodyPr spcFirstLastPara="1" wrap="square" lIns="57150" tIns="28575" rIns="57150" bIns="28575" anchor="ctr" anchorCtr="0">
            <a:noAutofit/>
          </a:bodyPr>
          <a:lstStyle/>
          <a:p>
            <a:pPr marL="0" marR="0" lvl="0" indent="0" algn="ctr" rtl="0">
              <a:spcBef>
                <a:spcPts val="0"/>
              </a:spcBef>
              <a:spcAft>
                <a:spcPts val="0"/>
              </a:spcAft>
              <a:buNone/>
            </a:pPr>
            <a:endParaRPr sz="1125">
              <a:solidFill>
                <a:schemeClr val="lt1"/>
              </a:solidFill>
              <a:latin typeface="Calibri"/>
              <a:ea typeface="Calibri"/>
              <a:cs typeface="Calibri"/>
              <a:sym typeface="Calibri"/>
            </a:endParaRPr>
          </a:p>
        </p:txBody>
      </p:sp>
      <p:pic>
        <p:nvPicPr>
          <p:cNvPr id="551" name="Google Shape;551;p30"/>
          <p:cNvPicPr preferRelativeResize="0"/>
          <p:nvPr/>
        </p:nvPicPr>
        <p:blipFill>
          <a:blip r:embed="rId3">
            <a:alphaModFix/>
          </a:blip>
          <a:stretch>
            <a:fillRect/>
          </a:stretch>
        </p:blipFill>
        <p:spPr>
          <a:xfrm>
            <a:off x="862575" y="769025"/>
            <a:ext cx="3523725" cy="1980350"/>
          </a:xfrm>
          <a:prstGeom prst="rect">
            <a:avLst/>
          </a:prstGeom>
          <a:noFill/>
          <a:ln>
            <a:noFill/>
          </a:ln>
        </p:spPr>
      </p:pic>
      <p:pic>
        <p:nvPicPr>
          <p:cNvPr id="552" name="Google Shape;552;p30"/>
          <p:cNvPicPr preferRelativeResize="0"/>
          <p:nvPr/>
        </p:nvPicPr>
        <p:blipFill>
          <a:blip r:embed="rId4">
            <a:alphaModFix/>
          </a:blip>
          <a:stretch>
            <a:fillRect/>
          </a:stretch>
        </p:blipFill>
        <p:spPr>
          <a:xfrm>
            <a:off x="862575" y="2883227"/>
            <a:ext cx="3523725" cy="2038350"/>
          </a:xfrm>
          <a:prstGeom prst="rect">
            <a:avLst/>
          </a:prstGeom>
          <a:noFill/>
          <a:ln>
            <a:noFill/>
          </a:ln>
        </p:spPr>
      </p:pic>
      <p:pic>
        <p:nvPicPr>
          <p:cNvPr id="553" name="Google Shape;553;p30"/>
          <p:cNvPicPr preferRelativeResize="0"/>
          <p:nvPr/>
        </p:nvPicPr>
        <p:blipFill>
          <a:blip r:embed="rId5">
            <a:alphaModFix/>
          </a:blip>
          <a:stretch>
            <a:fillRect/>
          </a:stretch>
        </p:blipFill>
        <p:spPr>
          <a:xfrm>
            <a:off x="4757700" y="769025"/>
            <a:ext cx="3523725" cy="4152551"/>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31"/>
          <p:cNvSpPr/>
          <p:nvPr/>
        </p:nvSpPr>
        <p:spPr>
          <a:xfrm>
            <a:off x="496119" y="379799"/>
            <a:ext cx="2480700" cy="310200"/>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3B4540"/>
              </a:buClr>
              <a:buSzPts val="1938"/>
              <a:buFont typeface="Fraunces ExtraBold"/>
              <a:buNone/>
            </a:pPr>
            <a:r>
              <a:rPr lang="en-US" sz="1938" b="1">
                <a:solidFill>
                  <a:srgbClr val="3B4540"/>
                </a:solidFill>
                <a:latin typeface="Fraunces ExtraBold"/>
                <a:ea typeface="Fraunces ExtraBold"/>
                <a:cs typeface="Fraunces ExtraBold"/>
                <a:sym typeface="Fraunces ExtraBold"/>
              </a:rPr>
              <a:t>Retrospective</a:t>
            </a:r>
            <a:endParaRPr sz="1938">
              <a:solidFill>
                <a:schemeClr val="dk1"/>
              </a:solidFill>
              <a:latin typeface="Calibri"/>
              <a:ea typeface="Calibri"/>
              <a:cs typeface="Calibri"/>
              <a:sym typeface="Calibri"/>
            </a:endParaRPr>
          </a:p>
        </p:txBody>
      </p:sp>
      <p:pic>
        <p:nvPicPr>
          <p:cNvPr id="560" name="Google Shape;560;p31" descr="preencoded.png"/>
          <p:cNvPicPr preferRelativeResize="0"/>
          <p:nvPr/>
        </p:nvPicPr>
        <p:blipFill rotWithShape="1">
          <a:blip r:embed="rId3">
            <a:alphaModFix/>
          </a:blip>
          <a:srcRect/>
          <a:stretch/>
        </p:blipFill>
        <p:spPr>
          <a:xfrm>
            <a:off x="496119" y="966313"/>
            <a:ext cx="1428750" cy="1428750"/>
          </a:xfrm>
          <a:prstGeom prst="rect">
            <a:avLst/>
          </a:prstGeom>
          <a:noFill/>
          <a:ln>
            <a:noFill/>
          </a:ln>
        </p:spPr>
      </p:pic>
      <p:sp>
        <p:nvSpPr>
          <p:cNvPr id="561" name="Google Shape;561;p31"/>
          <p:cNvSpPr/>
          <p:nvPr/>
        </p:nvSpPr>
        <p:spPr>
          <a:xfrm>
            <a:off x="496119" y="2813968"/>
            <a:ext cx="1890300" cy="186000"/>
          </a:xfrm>
          <a:prstGeom prst="rect">
            <a:avLst/>
          </a:prstGeom>
          <a:noFill/>
          <a:ln>
            <a:noFill/>
          </a:ln>
        </p:spPr>
        <p:txBody>
          <a:bodyPr spcFirstLastPara="1" wrap="square" lIns="0" tIns="0" rIns="0" bIns="0" anchor="t" anchorCtr="0">
            <a:noAutofit/>
          </a:bodyPr>
          <a:lstStyle/>
          <a:p>
            <a:pPr marL="0" marR="0" lvl="0" indent="0" algn="l" rtl="0">
              <a:lnSpc>
                <a:spcPct val="124324"/>
              </a:lnSpc>
              <a:spcBef>
                <a:spcPts val="0"/>
              </a:spcBef>
              <a:spcAft>
                <a:spcPts val="0"/>
              </a:spcAft>
              <a:buClr>
                <a:srgbClr val="3B4540"/>
              </a:buClr>
              <a:buSzPts val="1156"/>
              <a:buFont typeface="Fraunces ExtraBold"/>
              <a:buNone/>
            </a:pPr>
            <a:r>
              <a:rPr lang="en-US" sz="1156" b="1">
                <a:solidFill>
                  <a:srgbClr val="3B4540"/>
                </a:solidFill>
                <a:latin typeface="Fraunces ExtraBold"/>
                <a:ea typeface="Fraunces ExtraBold"/>
                <a:cs typeface="Fraunces ExtraBold"/>
                <a:sym typeface="Fraunces ExtraBold"/>
              </a:rPr>
              <a:t>WHAT WENT WELL</a:t>
            </a:r>
            <a:endParaRPr sz="1156">
              <a:solidFill>
                <a:schemeClr val="dk1"/>
              </a:solidFill>
              <a:latin typeface="Calibri"/>
              <a:ea typeface="Calibri"/>
              <a:cs typeface="Calibri"/>
              <a:sym typeface="Calibri"/>
            </a:endParaRPr>
          </a:p>
        </p:txBody>
      </p:sp>
      <p:sp>
        <p:nvSpPr>
          <p:cNvPr id="562" name="Google Shape;562;p31"/>
          <p:cNvSpPr/>
          <p:nvPr/>
        </p:nvSpPr>
        <p:spPr>
          <a:xfrm>
            <a:off x="496119" y="3156868"/>
            <a:ext cx="49500" cy="49500"/>
          </a:xfrm>
          <a:prstGeom prst="roundRect">
            <a:avLst>
              <a:gd name="adj" fmla="val 576574"/>
            </a:avLst>
          </a:prstGeom>
          <a:solidFill>
            <a:srgbClr val="43895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563" name="Google Shape;563;p31"/>
          <p:cNvSpPr/>
          <p:nvPr/>
        </p:nvSpPr>
        <p:spPr>
          <a:xfrm>
            <a:off x="615107" y="3104183"/>
            <a:ext cx="1857900" cy="155100"/>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405449"/>
              </a:buClr>
              <a:buSzPts val="969"/>
              <a:buFont typeface="Fraunces ExtraBold"/>
              <a:buNone/>
            </a:pPr>
            <a:r>
              <a:rPr lang="en-US" sz="969" b="1">
                <a:solidFill>
                  <a:srgbClr val="405449"/>
                </a:solidFill>
                <a:latin typeface="Fraunces ExtraBold"/>
                <a:ea typeface="Fraunces ExtraBold"/>
                <a:cs typeface="Fraunces ExtraBold"/>
                <a:sym typeface="Fraunces ExtraBold"/>
              </a:rPr>
              <a:t>Event Adjusted Simulation:</a:t>
            </a:r>
            <a:endParaRPr sz="969">
              <a:solidFill>
                <a:schemeClr val="dk1"/>
              </a:solidFill>
              <a:latin typeface="Calibri"/>
              <a:ea typeface="Calibri"/>
              <a:cs typeface="Calibri"/>
              <a:sym typeface="Calibri"/>
            </a:endParaRPr>
          </a:p>
        </p:txBody>
      </p:sp>
      <p:sp>
        <p:nvSpPr>
          <p:cNvPr id="564" name="Google Shape;564;p31"/>
          <p:cNvSpPr/>
          <p:nvPr/>
        </p:nvSpPr>
        <p:spPr>
          <a:xfrm>
            <a:off x="615107" y="3300859"/>
            <a:ext cx="3913500" cy="405000"/>
          </a:xfrm>
          <a:prstGeom prst="rect">
            <a:avLst/>
          </a:prstGeom>
          <a:noFill/>
          <a:ln>
            <a:noFill/>
          </a:ln>
        </p:spPr>
        <p:txBody>
          <a:bodyPr spcFirstLastPara="1" wrap="square" lIns="0" tIns="0" rIns="0" bIns="0" anchor="t" anchorCtr="0">
            <a:noAutofit/>
          </a:bodyPr>
          <a:lstStyle/>
          <a:p>
            <a:pPr marL="0" marR="0" lvl="0" indent="0" algn="l" rtl="0">
              <a:lnSpc>
                <a:spcPct val="136000"/>
              </a:lnSpc>
              <a:spcBef>
                <a:spcPts val="0"/>
              </a:spcBef>
              <a:spcAft>
                <a:spcPts val="0"/>
              </a:spcAft>
              <a:buClr>
                <a:srgbClr val="405449"/>
              </a:buClr>
              <a:buSzPts val="781"/>
              <a:buFont typeface="Nobile"/>
              <a:buNone/>
            </a:pPr>
            <a:r>
              <a:rPr lang="en-US" sz="781">
                <a:solidFill>
                  <a:srgbClr val="405449"/>
                </a:solidFill>
                <a:latin typeface="Nobile"/>
                <a:ea typeface="Nobile"/>
                <a:cs typeface="Nobile"/>
                <a:sym typeface="Nobile"/>
              </a:rPr>
              <a:t>Integrating live market events directly into scenario projections gave the application a differentiated capability.</a:t>
            </a:r>
            <a:endParaRPr sz="781">
              <a:solidFill>
                <a:schemeClr val="dk1"/>
              </a:solidFill>
              <a:latin typeface="Calibri"/>
              <a:ea typeface="Calibri"/>
              <a:cs typeface="Calibri"/>
              <a:sym typeface="Calibri"/>
            </a:endParaRPr>
          </a:p>
        </p:txBody>
      </p:sp>
      <p:sp>
        <p:nvSpPr>
          <p:cNvPr id="565" name="Google Shape;565;p31"/>
          <p:cNvSpPr/>
          <p:nvPr/>
        </p:nvSpPr>
        <p:spPr>
          <a:xfrm>
            <a:off x="4615383" y="3156868"/>
            <a:ext cx="49500" cy="49500"/>
          </a:xfrm>
          <a:prstGeom prst="roundRect">
            <a:avLst>
              <a:gd name="adj" fmla="val 576574"/>
            </a:avLst>
          </a:prstGeom>
          <a:solidFill>
            <a:srgbClr val="43895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566" name="Google Shape;566;p31"/>
          <p:cNvSpPr/>
          <p:nvPr/>
        </p:nvSpPr>
        <p:spPr>
          <a:xfrm>
            <a:off x="4734378" y="3104175"/>
            <a:ext cx="3422400" cy="155100"/>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405449"/>
              </a:buClr>
              <a:buSzPts val="969"/>
              <a:buFont typeface="Fraunces ExtraBold"/>
              <a:buNone/>
            </a:pPr>
            <a:r>
              <a:rPr lang="en-US" sz="969" b="1">
                <a:solidFill>
                  <a:srgbClr val="405449"/>
                </a:solidFill>
                <a:latin typeface="Fraunces ExtraBold"/>
                <a:ea typeface="Fraunces ExtraBold"/>
                <a:cs typeface="Fraunces ExtraBold"/>
                <a:sym typeface="Fraunces ExtraBold"/>
              </a:rPr>
              <a:t>Knowledge Sharing Across Roles</a:t>
            </a:r>
            <a:endParaRPr sz="969">
              <a:solidFill>
                <a:schemeClr val="dk1"/>
              </a:solidFill>
              <a:latin typeface="Calibri"/>
              <a:ea typeface="Calibri"/>
              <a:cs typeface="Calibri"/>
              <a:sym typeface="Calibri"/>
            </a:endParaRPr>
          </a:p>
        </p:txBody>
      </p:sp>
      <p:sp>
        <p:nvSpPr>
          <p:cNvPr id="567" name="Google Shape;567;p31"/>
          <p:cNvSpPr/>
          <p:nvPr/>
        </p:nvSpPr>
        <p:spPr>
          <a:xfrm>
            <a:off x="4734371" y="3300859"/>
            <a:ext cx="3913500" cy="270000"/>
          </a:xfrm>
          <a:prstGeom prst="rect">
            <a:avLst/>
          </a:prstGeom>
          <a:noFill/>
          <a:ln>
            <a:noFill/>
          </a:ln>
        </p:spPr>
        <p:txBody>
          <a:bodyPr spcFirstLastPara="1" wrap="square" lIns="0" tIns="0" rIns="0" bIns="0" anchor="t" anchorCtr="0">
            <a:noAutofit/>
          </a:bodyPr>
          <a:lstStyle/>
          <a:p>
            <a:pPr marL="0" marR="0" lvl="0" indent="0" algn="l" rtl="0">
              <a:lnSpc>
                <a:spcPct val="136000"/>
              </a:lnSpc>
              <a:spcBef>
                <a:spcPts val="0"/>
              </a:spcBef>
              <a:spcAft>
                <a:spcPts val="0"/>
              </a:spcAft>
              <a:buClr>
                <a:srgbClr val="405449"/>
              </a:buClr>
              <a:buSzPts val="781"/>
              <a:buFont typeface="Nobile"/>
              <a:buNone/>
            </a:pPr>
            <a:r>
              <a:rPr lang="en-US" sz="781">
                <a:solidFill>
                  <a:srgbClr val="405449"/>
                </a:solidFill>
                <a:latin typeface="Nobile"/>
                <a:ea typeface="Nobile"/>
                <a:cs typeface="Nobile"/>
                <a:sym typeface="Nobile"/>
              </a:rPr>
              <a:t>Frontend and backend members actively helped each other debug integration issues rather than working in silos.</a:t>
            </a:r>
            <a:endParaRPr sz="781">
              <a:solidFill>
                <a:schemeClr val="dk1"/>
              </a:solidFill>
              <a:latin typeface="Calibri"/>
              <a:ea typeface="Calibri"/>
              <a:cs typeface="Calibri"/>
              <a:sym typeface="Calibri"/>
            </a:endParaRPr>
          </a:p>
        </p:txBody>
      </p:sp>
      <p:sp>
        <p:nvSpPr>
          <p:cNvPr id="568" name="Google Shape;568;p31"/>
          <p:cNvSpPr/>
          <p:nvPr/>
        </p:nvSpPr>
        <p:spPr>
          <a:xfrm>
            <a:off x="496119" y="3897436"/>
            <a:ext cx="49500" cy="49500"/>
          </a:xfrm>
          <a:prstGeom prst="roundRect">
            <a:avLst>
              <a:gd name="adj" fmla="val 576574"/>
            </a:avLst>
          </a:prstGeom>
          <a:solidFill>
            <a:srgbClr val="43895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569" name="Google Shape;569;p31"/>
          <p:cNvSpPr/>
          <p:nvPr/>
        </p:nvSpPr>
        <p:spPr>
          <a:xfrm>
            <a:off x="615095" y="3844750"/>
            <a:ext cx="2052900" cy="155100"/>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405449"/>
              </a:buClr>
              <a:buSzPts val="969"/>
              <a:buFont typeface="Fraunces ExtraBold"/>
              <a:buNone/>
            </a:pPr>
            <a:r>
              <a:rPr lang="en-US" sz="969" b="1">
                <a:solidFill>
                  <a:srgbClr val="405449"/>
                </a:solidFill>
                <a:latin typeface="Fraunces ExtraBold"/>
                <a:ea typeface="Fraunces ExtraBold"/>
                <a:cs typeface="Fraunces ExtraBold"/>
                <a:sym typeface="Fraunces ExtraBold"/>
              </a:rPr>
              <a:t>Live Events Feed:</a:t>
            </a:r>
            <a:endParaRPr sz="969">
              <a:solidFill>
                <a:schemeClr val="dk1"/>
              </a:solidFill>
              <a:latin typeface="Calibri"/>
              <a:ea typeface="Calibri"/>
              <a:cs typeface="Calibri"/>
              <a:sym typeface="Calibri"/>
            </a:endParaRPr>
          </a:p>
        </p:txBody>
      </p:sp>
      <p:sp>
        <p:nvSpPr>
          <p:cNvPr id="570" name="Google Shape;570;p31"/>
          <p:cNvSpPr/>
          <p:nvPr/>
        </p:nvSpPr>
        <p:spPr>
          <a:xfrm>
            <a:off x="615107" y="4041428"/>
            <a:ext cx="3913500" cy="270000"/>
          </a:xfrm>
          <a:prstGeom prst="rect">
            <a:avLst/>
          </a:prstGeom>
          <a:noFill/>
          <a:ln>
            <a:noFill/>
          </a:ln>
        </p:spPr>
        <p:txBody>
          <a:bodyPr spcFirstLastPara="1" wrap="square" lIns="0" tIns="0" rIns="0" bIns="0" anchor="t" anchorCtr="0">
            <a:noAutofit/>
          </a:bodyPr>
          <a:lstStyle/>
          <a:p>
            <a:pPr marL="0" marR="0" lvl="0" indent="0" algn="l" rtl="0">
              <a:lnSpc>
                <a:spcPct val="136000"/>
              </a:lnSpc>
              <a:spcBef>
                <a:spcPts val="0"/>
              </a:spcBef>
              <a:spcAft>
                <a:spcPts val="0"/>
              </a:spcAft>
              <a:buClr>
                <a:srgbClr val="405449"/>
              </a:buClr>
              <a:buSzPts val="781"/>
              <a:buFont typeface="Nobile"/>
              <a:buNone/>
            </a:pPr>
            <a:r>
              <a:rPr lang="en-US" sz="781">
                <a:solidFill>
                  <a:srgbClr val="405449"/>
                </a:solidFill>
                <a:latin typeface="Nobile"/>
                <a:ea typeface="Nobile"/>
                <a:cs typeface="Nobile"/>
                <a:sym typeface="Nobile"/>
              </a:rPr>
              <a:t>The dual auto-scrolling marquee with category tagging and impact ratings shipped polished and on time, and the hover-to-pause interaction works smoothly. </a:t>
            </a:r>
            <a:endParaRPr sz="781">
              <a:solidFill>
                <a:schemeClr val="dk1"/>
              </a:solidFill>
              <a:latin typeface="Calibri"/>
              <a:ea typeface="Calibri"/>
              <a:cs typeface="Calibri"/>
              <a:sym typeface="Calibri"/>
            </a:endParaRPr>
          </a:p>
        </p:txBody>
      </p:sp>
      <p:sp>
        <p:nvSpPr>
          <p:cNvPr id="571" name="Google Shape;571;p31"/>
          <p:cNvSpPr/>
          <p:nvPr/>
        </p:nvSpPr>
        <p:spPr>
          <a:xfrm>
            <a:off x="4615383" y="3897436"/>
            <a:ext cx="49500" cy="49500"/>
          </a:xfrm>
          <a:prstGeom prst="roundRect">
            <a:avLst>
              <a:gd name="adj" fmla="val 576574"/>
            </a:avLst>
          </a:prstGeom>
          <a:solidFill>
            <a:srgbClr val="43895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572" name="Google Shape;572;p31"/>
          <p:cNvSpPr/>
          <p:nvPr/>
        </p:nvSpPr>
        <p:spPr>
          <a:xfrm>
            <a:off x="4734377" y="3844751"/>
            <a:ext cx="2008500" cy="102300"/>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405449"/>
              </a:buClr>
              <a:buSzPts val="969"/>
              <a:buFont typeface="Fraunces ExtraBold"/>
              <a:buNone/>
            </a:pPr>
            <a:r>
              <a:rPr lang="en-US" sz="969" b="1">
                <a:solidFill>
                  <a:srgbClr val="405449"/>
                </a:solidFill>
                <a:latin typeface="Fraunces ExtraBold"/>
                <a:ea typeface="Fraunces ExtraBold"/>
                <a:cs typeface="Fraunces ExtraBold"/>
                <a:sym typeface="Fraunces ExtraBold"/>
              </a:rPr>
              <a:t>AI Analysis End-to-End: </a:t>
            </a:r>
            <a:endParaRPr sz="969">
              <a:solidFill>
                <a:schemeClr val="dk1"/>
              </a:solidFill>
              <a:latin typeface="Calibri"/>
              <a:ea typeface="Calibri"/>
              <a:cs typeface="Calibri"/>
              <a:sym typeface="Calibri"/>
            </a:endParaRPr>
          </a:p>
        </p:txBody>
      </p:sp>
      <p:sp>
        <p:nvSpPr>
          <p:cNvPr id="573" name="Google Shape;573;p31"/>
          <p:cNvSpPr/>
          <p:nvPr/>
        </p:nvSpPr>
        <p:spPr>
          <a:xfrm>
            <a:off x="4734371" y="4041428"/>
            <a:ext cx="3913500" cy="270000"/>
          </a:xfrm>
          <a:prstGeom prst="rect">
            <a:avLst/>
          </a:prstGeom>
          <a:noFill/>
          <a:ln>
            <a:noFill/>
          </a:ln>
        </p:spPr>
        <p:txBody>
          <a:bodyPr spcFirstLastPara="1" wrap="square" lIns="0" tIns="0" rIns="0" bIns="0" anchor="t" anchorCtr="0">
            <a:noAutofit/>
          </a:bodyPr>
          <a:lstStyle/>
          <a:p>
            <a:pPr marL="0" marR="0" lvl="0" indent="0" algn="l" rtl="0">
              <a:lnSpc>
                <a:spcPct val="136000"/>
              </a:lnSpc>
              <a:spcBef>
                <a:spcPts val="0"/>
              </a:spcBef>
              <a:spcAft>
                <a:spcPts val="0"/>
              </a:spcAft>
              <a:buClr>
                <a:srgbClr val="405449"/>
              </a:buClr>
              <a:buSzPts val="781"/>
              <a:buFont typeface="Nobile"/>
              <a:buNone/>
            </a:pPr>
            <a:r>
              <a:rPr lang="en-US" sz="781">
                <a:solidFill>
                  <a:srgbClr val="405449"/>
                </a:solidFill>
                <a:latin typeface="Nobile"/>
                <a:ea typeface="Nobile"/>
                <a:cs typeface="Nobile"/>
                <a:sym typeface="Nobile"/>
              </a:rPr>
              <a:t>The full pipeline from user holdings → yfinance price data → Sharpe, VaR, optimised weights → written AI explanation shipped completely and correctly within the sprint. </a:t>
            </a:r>
            <a:endParaRPr sz="781">
              <a:solidFill>
                <a:schemeClr val="dk1"/>
              </a:solidFill>
              <a:latin typeface="Calibri"/>
              <a:ea typeface="Calibri"/>
              <a:cs typeface="Calibri"/>
              <a:sym typeface="Calibri"/>
            </a:endParaRPr>
          </a:p>
        </p:txBody>
      </p:sp>
      <p:sp>
        <p:nvSpPr>
          <p:cNvPr id="574" name="Google Shape;574;p31"/>
          <p:cNvSpPr/>
          <p:nvPr/>
        </p:nvSpPr>
        <p:spPr>
          <a:xfrm>
            <a:off x="8058792" y="4802891"/>
            <a:ext cx="1008300" cy="270000"/>
          </a:xfrm>
          <a:prstGeom prst="rect">
            <a:avLst/>
          </a:prstGeom>
          <a:solidFill>
            <a:schemeClr val="lt1"/>
          </a:solidFill>
          <a:ln w="7950" cap="flat" cmpd="sng">
            <a:solidFill>
              <a:schemeClr val="lt1"/>
            </a:solidFill>
            <a:prstDash val="solid"/>
            <a:miter lim="800000"/>
            <a:headEnd type="none" w="sm" len="sm"/>
            <a:tailEnd type="none" w="sm" len="sm"/>
          </a:ln>
        </p:spPr>
        <p:txBody>
          <a:bodyPr spcFirstLastPara="1" wrap="square" lIns="57150" tIns="28575" rIns="57150" bIns="28575" anchor="ctr" anchorCtr="0">
            <a:noAutofit/>
          </a:bodyPr>
          <a:lstStyle/>
          <a:p>
            <a:pPr marL="0" marR="0" lvl="0" indent="0" algn="ctr" rtl="0">
              <a:spcBef>
                <a:spcPts val="0"/>
              </a:spcBef>
              <a:spcAft>
                <a:spcPts val="0"/>
              </a:spcAft>
              <a:buNone/>
            </a:pPr>
            <a:endParaRPr sz="1125">
              <a:solidFill>
                <a:schemeClr val="lt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g39719e31d5b_0_0"/>
          <p:cNvSpPr/>
          <p:nvPr/>
        </p:nvSpPr>
        <p:spPr>
          <a:xfrm>
            <a:off x="448894" y="344124"/>
            <a:ext cx="2480700" cy="310200"/>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3B4540"/>
              </a:buClr>
              <a:buSzPts val="1938"/>
              <a:buFont typeface="Fraunces ExtraBold"/>
              <a:buNone/>
            </a:pPr>
            <a:r>
              <a:rPr lang="en-US" sz="1938" b="1">
                <a:solidFill>
                  <a:srgbClr val="3B4540"/>
                </a:solidFill>
                <a:latin typeface="Fraunces ExtraBold"/>
                <a:ea typeface="Fraunces ExtraBold"/>
                <a:cs typeface="Fraunces ExtraBold"/>
                <a:sym typeface="Fraunces ExtraBold"/>
              </a:rPr>
              <a:t>Retrospective</a:t>
            </a:r>
            <a:endParaRPr sz="1938">
              <a:solidFill>
                <a:schemeClr val="dk1"/>
              </a:solidFill>
              <a:latin typeface="Calibri"/>
              <a:ea typeface="Calibri"/>
              <a:cs typeface="Calibri"/>
              <a:sym typeface="Calibri"/>
            </a:endParaRPr>
          </a:p>
        </p:txBody>
      </p:sp>
      <p:pic>
        <p:nvPicPr>
          <p:cNvPr id="581" name="Google Shape;581;g39719e31d5b_0_0" descr="preencoded.png"/>
          <p:cNvPicPr preferRelativeResize="0"/>
          <p:nvPr/>
        </p:nvPicPr>
        <p:blipFill rotWithShape="1">
          <a:blip r:embed="rId3">
            <a:alphaModFix/>
          </a:blip>
          <a:srcRect/>
          <a:stretch/>
        </p:blipFill>
        <p:spPr>
          <a:xfrm>
            <a:off x="448894" y="950538"/>
            <a:ext cx="1428750" cy="1428750"/>
          </a:xfrm>
          <a:prstGeom prst="rect">
            <a:avLst/>
          </a:prstGeom>
          <a:noFill/>
          <a:ln>
            <a:noFill/>
          </a:ln>
        </p:spPr>
      </p:pic>
      <p:sp>
        <p:nvSpPr>
          <p:cNvPr id="582" name="Google Shape;582;g39719e31d5b_0_0"/>
          <p:cNvSpPr/>
          <p:nvPr/>
        </p:nvSpPr>
        <p:spPr>
          <a:xfrm>
            <a:off x="496131" y="2813969"/>
            <a:ext cx="3690300" cy="186000"/>
          </a:xfrm>
          <a:prstGeom prst="rect">
            <a:avLst/>
          </a:prstGeom>
          <a:noFill/>
          <a:ln>
            <a:noFill/>
          </a:ln>
        </p:spPr>
        <p:txBody>
          <a:bodyPr spcFirstLastPara="1" wrap="square" lIns="0" tIns="0" rIns="0" bIns="0" anchor="t" anchorCtr="0">
            <a:noAutofit/>
          </a:bodyPr>
          <a:lstStyle/>
          <a:p>
            <a:pPr marL="0" marR="0" lvl="0" indent="0" algn="l" rtl="0">
              <a:lnSpc>
                <a:spcPct val="124324"/>
              </a:lnSpc>
              <a:spcBef>
                <a:spcPts val="0"/>
              </a:spcBef>
              <a:spcAft>
                <a:spcPts val="0"/>
              </a:spcAft>
              <a:buClr>
                <a:srgbClr val="3B4540"/>
              </a:buClr>
              <a:buSzPts val="1156"/>
              <a:buFont typeface="Fraunces ExtraBold"/>
              <a:buNone/>
            </a:pPr>
            <a:r>
              <a:rPr lang="en-US" sz="1156" b="1">
                <a:solidFill>
                  <a:srgbClr val="3B4540"/>
                </a:solidFill>
                <a:latin typeface="Fraunces ExtraBold"/>
                <a:ea typeface="Fraunces ExtraBold"/>
                <a:cs typeface="Fraunces ExtraBold"/>
                <a:sym typeface="Fraunces ExtraBold"/>
              </a:rPr>
              <a:t>WHAT NEEDS IMPROVEMENT</a:t>
            </a:r>
            <a:endParaRPr sz="1156">
              <a:solidFill>
                <a:schemeClr val="dk1"/>
              </a:solidFill>
              <a:latin typeface="Calibri"/>
              <a:ea typeface="Calibri"/>
              <a:cs typeface="Calibri"/>
              <a:sym typeface="Calibri"/>
            </a:endParaRPr>
          </a:p>
        </p:txBody>
      </p:sp>
      <p:sp>
        <p:nvSpPr>
          <p:cNvPr id="583" name="Google Shape;583;g39719e31d5b_0_0"/>
          <p:cNvSpPr/>
          <p:nvPr/>
        </p:nvSpPr>
        <p:spPr>
          <a:xfrm>
            <a:off x="496119" y="3156868"/>
            <a:ext cx="49500" cy="49500"/>
          </a:xfrm>
          <a:prstGeom prst="roundRect">
            <a:avLst>
              <a:gd name="adj" fmla="val 576574"/>
            </a:avLst>
          </a:prstGeom>
          <a:solidFill>
            <a:srgbClr val="43895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584" name="Google Shape;584;g39719e31d5b_0_0"/>
          <p:cNvSpPr/>
          <p:nvPr/>
        </p:nvSpPr>
        <p:spPr>
          <a:xfrm>
            <a:off x="615094" y="3104175"/>
            <a:ext cx="3456900" cy="155100"/>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405449"/>
              </a:buClr>
              <a:buSzPts val="969"/>
              <a:buFont typeface="Fraunces ExtraBold"/>
              <a:buNone/>
            </a:pPr>
            <a:r>
              <a:rPr lang="en-US" sz="969" b="1">
                <a:solidFill>
                  <a:srgbClr val="405449"/>
                </a:solidFill>
                <a:latin typeface="Fraunces ExtraBold"/>
                <a:ea typeface="Fraunces ExtraBold"/>
                <a:cs typeface="Fraunces ExtraBold"/>
                <a:sym typeface="Fraunces ExtraBold"/>
              </a:rPr>
              <a:t>Task Granularity and Estimation: </a:t>
            </a:r>
            <a:endParaRPr sz="969">
              <a:solidFill>
                <a:schemeClr val="dk1"/>
              </a:solidFill>
              <a:latin typeface="Calibri"/>
              <a:ea typeface="Calibri"/>
              <a:cs typeface="Calibri"/>
              <a:sym typeface="Calibri"/>
            </a:endParaRPr>
          </a:p>
        </p:txBody>
      </p:sp>
      <p:sp>
        <p:nvSpPr>
          <p:cNvPr id="585" name="Google Shape;585;g39719e31d5b_0_0"/>
          <p:cNvSpPr/>
          <p:nvPr/>
        </p:nvSpPr>
        <p:spPr>
          <a:xfrm>
            <a:off x="615107" y="3300859"/>
            <a:ext cx="3913500" cy="405000"/>
          </a:xfrm>
          <a:prstGeom prst="rect">
            <a:avLst/>
          </a:prstGeom>
          <a:noFill/>
          <a:ln>
            <a:noFill/>
          </a:ln>
        </p:spPr>
        <p:txBody>
          <a:bodyPr spcFirstLastPara="1" wrap="square" lIns="0" tIns="0" rIns="0" bIns="0" anchor="t" anchorCtr="0">
            <a:noAutofit/>
          </a:bodyPr>
          <a:lstStyle/>
          <a:p>
            <a:pPr marL="0" marR="0" lvl="0" indent="0" algn="l" rtl="0">
              <a:lnSpc>
                <a:spcPct val="136000"/>
              </a:lnSpc>
              <a:spcBef>
                <a:spcPts val="0"/>
              </a:spcBef>
              <a:spcAft>
                <a:spcPts val="0"/>
              </a:spcAft>
              <a:buClr>
                <a:srgbClr val="405449"/>
              </a:buClr>
              <a:buSzPts val="781"/>
              <a:buFont typeface="Nobile"/>
              <a:buNone/>
            </a:pPr>
            <a:r>
              <a:rPr lang="en-US" sz="781">
                <a:solidFill>
                  <a:srgbClr val="405449"/>
                </a:solidFill>
                <a:latin typeface="Nobile"/>
                <a:ea typeface="Nobile"/>
                <a:cs typeface="Nobile"/>
                <a:sym typeface="Nobile"/>
              </a:rPr>
              <a:t>Complex technical stories were taken on without being broken into smaller sub-tasks. This made it difficult to track progress mid-sprint.</a:t>
            </a:r>
            <a:endParaRPr sz="781">
              <a:solidFill>
                <a:schemeClr val="dk1"/>
              </a:solidFill>
              <a:latin typeface="Calibri"/>
              <a:ea typeface="Calibri"/>
              <a:cs typeface="Calibri"/>
              <a:sym typeface="Calibri"/>
            </a:endParaRPr>
          </a:p>
        </p:txBody>
      </p:sp>
      <p:sp>
        <p:nvSpPr>
          <p:cNvPr id="586" name="Google Shape;586;g39719e31d5b_0_0"/>
          <p:cNvSpPr/>
          <p:nvPr/>
        </p:nvSpPr>
        <p:spPr>
          <a:xfrm>
            <a:off x="4615383" y="3156868"/>
            <a:ext cx="49500" cy="49500"/>
          </a:xfrm>
          <a:prstGeom prst="roundRect">
            <a:avLst>
              <a:gd name="adj" fmla="val 576574"/>
            </a:avLst>
          </a:prstGeom>
          <a:solidFill>
            <a:srgbClr val="43895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587" name="Google Shape;587;g39719e31d5b_0_0"/>
          <p:cNvSpPr/>
          <p:nvPr/>
        </p:nvSpPr>
        <p:spPr>
          <a:xfrm>
            <a:off x="4734378" y="3104175"/>
            <a:ext cx="3648300" cy="155100"/>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405449"/>
              </a:buClr>
              <a:buSzPts val="969"/>
              <a:buFont typeface="Fraunces ExtraBold"/>
              <a:buNone/>
            </a:pPr>
            <a:r>
              <a:rPr lang="en-US" sz="969" b="1">
                <a:solidFill>
                  <a:srgbClr val="405449"/>
                </a:solidFill>
                <a:latin typeface="Fraunces ExtraBold"/>
                <a:ea typeface="Fraunces ExtraBold"/>
                <a:cs typeface="Fraunces ExtraBold"/>
                <a:sym typeface="Fraunces ExtraBold"/>
              </a:rPr>
              <a:t>Spreading Integration Work Throughout the Sprint: </a:t>
            </a:r>
            <a:endParaRPr sz="969">
              <a:solidFill>
                <a:schemeClr val="dk1"/>
              </a:solidFill>
              <a:latin typeface="Calibri"/>
              <a:ea typeface="Calibri"/>
              <a:cs typeface="Calibri"/>
              <a:sym typeface="Calibri"/>
            </a:endParaRPr>
          </a:p>
        </p:txBody>
      </p:sp>
      <p:sp>
        <p:nvSpPr>
          <p:cNvPr id="588" name="Google Shape;588;g39719e31d5b_0_0"/>
          <p:cNvSpPr/>
          <p:nvPr/>
        </p:nvSpPr>
        <p:spPr>
          <a:xfrm>
            <a:off x="4734371" y="3300859"/>
            <a:ext cx="3913500" cy="270000"/>
          </a:xfrm>
          <a:prstGeom prst="rect">
            <a:avLst/>
          </a:prstGeom>
          <a:noFill/>
          <a:ln>
            <a:noFill/>
          </a:ln>
        </p:spPr>
        <p:txBody>
          <a:bodyPr spcFirstLastPara="1" wrap="square" lIns="0" tIns="0" rIns="0" bIns="0" anchor="t" anchorCtr="0">
            <a:noAutofit/>
          </a:bodyPr>
          <a:lstStyle/>
          <a:p>
            <a:pPr marL="0" marR="0" lvl="0" indent="0" algn="l" rtl="0">
              <a:lnSpc>
                <a:spcPct val="136000"/>
              </a:lnSpc>
              <a:spcBef>
                <a:spcPts val="0"/>
              </a:spcBef>
              <a:spcAft>
                <a:spcPts val="0"/>
              </a:spcAft>
              <a:buClr>
                <a:srgbClr val="405449"/>
              </a:buClr>
              <a:buSzPts val="781"/>
              <a:buFont typeface="Nobile"/>
              <a:buNone/>
            </a:pPr>
            <a:r>
              <a:rPr lang="en-US" sz="781">
                <a:solidFill>
                  <a:srgbClr val="405449"/>
                </a:solidFill>
                <a:latin typeface="Nobile"/>
                <a:ea typeface="Nobile"/>
                <a:cs typeface="Nobile"/>
                <a:sym typeface="Nobile"/>
              </a:rPr>
              <a:t>Integration between the frontend and backend tended to happen toward the end of the sprint. Doing small integration checks more regularly throughout the sprint would make the final days feel much less pressured and give more time to polish. </a:t>
            </a:r>
            <a:endParaRPr sz="781">
              <a:solidFill>
                <a:schemeClr val="dk1"/>
              </a:solidFill>
              <a:latin typeface="Calibri"/>
              <a:ea typeface="Calibri"/>
              <a:cs typeface="Calibri"/>
              <a:sym typeface="Calibri"/>
            </a:endParaRPr>
          </a:p>
        </p:txBody>
      </p:sp>
      <p:sp>
        <p:nvSpPr>
          <p:cNvPr id="589" name="Google Shape;589;g39719e31d5b_0_0"/>
          <p:cNvSpPr/>
          <p:nvPr/>
        </p:nvSpPr>
        <p:spPr>
          <a:xfrm>
            <a:off x="615107" y="3844751"/>
            <a:ext cx="1240500" cy="155100"/>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405449"/>
              </a:buClr>
              <a:buSzPts val="969"/>
              <a:buFont typeface="Fraunces ExtraBold"/>
              <a:buNone/>
            </a:pPr>
            <a:endParaRPr sz="969">
              <a:solidFill>
                <a:schemeClr val="dk1"/>
              </a:solidFill>
              <a:latin typeface="Calibri"/>
              <a:ea typeface="Calibri"/>
              <a:cs typeface="Calibri"/>
              <a:sym typeface="Calibri"/>
            </a:endParaRPr>
          </a:p>
        </p:txBody>
      </p:sp>
      <p:sp>
        <p:nvSpPr>
          <p:cNvPr id="590" name="Google Shape;590;g39719e31d5b_0_0"/>
          <p:cNvSpPr/>
          <p:nvPr/>
        </p:nvSpPr>
        <p:spPr>
          <a:xfrm>
            <a:off x="615107" y="4041428"/>
            <a:ext cx="3913500" cy="270000"/>
          </a:xfrm>
          <a:prstGeom prst="rect">
            <a:avLst/>
          </a:prstGeom>
          <a:noFill/>
          <a:ln>
            <a:noFill/>
          </a:ln>
        </p:spPr>
        <p:txBody>
          <a:bodyPr spcFirstLastPara="1" wrap="square" lIns="0" tIns="0" rIns="0" bIns="0" anchor="t" anchorCtr="0">
            <a:noAutofit/>
          </a:bodyPr>
          <a:lstStyle/>
          <a:p>
            <a:pPr marL="0" marR="0" lvl="0" indent="0" algn="l" rtl="0">
              <a:lnSpc>
                <a:spcPct val="136000"/>
              </a:lnSpc>
              <a:spcBef>
                <a:spcPts val="0"/>
              </a:spcBef>
              <a:spcAft>
                <a:spcPts val="0"/>
              </a:spcAft>
              <a:buClr>
                <a:srgbClr val="405449"/>
              </a:buClr>
              <a:buSzPts val="781"/>
              <a:buFont typeface="Nobile"/>
              <a:buNone/>
            </a:pPr>
            <a:endParaRPr sz="781">
              <a:solidFill>
                <a:schemeClr val="dk1"/>
              </a:solidFill>
              <a:latin typeface="Calibri"/>
              <a:ea typeface="Calibri"/>
              <a:cs typeface="Calibri"/>
              <a:sym typeface="Calibri"/>
            </a:endParaRPr>
          </a:p>
        </p:txBody>
      </p:sp>
      <p:sp>
        <p:nvSpPr>
          <p:cNvPr id="591" name="Google Shape;591;g39719e31d5b_0_0"/>
          <p:cNvSpPr/>
          <p:nvPr/>
        </p:nvSpPr>
        <p:spPr>
          <a:xfrm>
            <a:off x="4734371" y="3844751"/>
            <a:ext cx="1380900" cy="155100"/>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405449"/>
              </a:buClr>
              <a:buSzPts val="969"/>
              <a:buFont typeface="Fraunces ExtraBold"/>
              <a:buNone/>
            </a:pPr>
            <a:endParaRPr sz="969">
              <a:solidFill>
                <a:schemeClr val="dk1"/>
              </a:solidFill>
              <a:latin typeface="Calibri"/>
              <a:ea typeface="Calibri"/>
              <a:cs typeface="Calibri"/>
              <a:sym typeface="Calibri"/>
            </a:endParaRPr>
          </a:p>
        </p:txBody>
      </p:sp>
      <p:sp>
        <p:nvSpPr>
          <p:cNvPr id="592" name="Google Shape;592;g39719e31d5b_0_0"/>
          <p:cNvSpPr/>
          <p:nvPr/>
        </p:nvSpPr>
        <p:spPr>
          <a:xfrm>
            <a:off x="4734371" y="4041428"/>
            <a:ext cx="3913500" cy="270000"/>
          </a:xfrm>
          <a:prstGeom prst="rect">
            <a:avLst/>
          </a:prstGeom>
          <a:noFill/>
          <a:ln>
            <a:noFill/>
          </a:ln>
        </p:spPr>
        <p:txBody>
          <a:bodyPr spcFirstLastPara="1" wrap="square" lIns="0" tIns="0" rIns="0" bIns="0" anchor="t" anchorCtr="0">
            <a:noAutofit/>
          </a:bodyPr>
          <a:lstStyle/>
          <a:p>
            <a:pPr marL="0" marR="0" lvl="0" indent="0" algn="l" rtl="0">
              <a:lnSpc>
                <a:spcPct val="136000"/>
              </a:lnSpc>
              <a:spcBef>
                <a:spcPts val="0"/>
              </a:spcBef>
              <a:spcAft>
                <a:spcPts val="0"/>
              </a:spcAft>
              <a:buClr>
                <a:srgbClr val="405449"/>
              </a:buClr>
              <a:buSzPts val="781"/>
              <a:buFont typeface="Nobile"/>
              <a:buNone/>
            </a:pPr>
            <a:endParaRPr sz="781">
              <a:solidFill>
                <a:schemeClr val="dk1"/>
              </a:solidFill>
              <a:latin typeface="Calibri"/>
              <a:ea typeface="Calibri"/>
              <a:cs typeface="Calibri"/>
              <a:sym typeface="Calibri"/>
            </a:endParaRPr>
          </a:p>
        </p:txBody>
      </p:sp>
      <p:sp>
        <p:nvSpPr>
          <p:cNvPr id="593" name="Google Shape;593;g39719e31d5b_0_0"/>
          <p:cNvSpPr/>
          <p:nvPr/>
        </p:nvSpPr>
        <p:spPr>
          <a:xfrm>
            <a:off x="8058792" y="4802891"/>
            <a:ext cx="1008300" cy="270000"/>
          </a:xfrm>
          <a:prstGeom prst="rect">
            <a:avLst/>
          </a:prstGeom>
          <a:solidFill>
            <a:schemeClr val="lt1"/>
          </a:solidFill>
          <a:ln w="7950" cap="flat" cmpd="sng">
            <a:solidFill>
              <a:schemeClr val="lt1"/>
            </a:solidFill>
            <a:prstDash val="solid"/>
            <a:miter lim="800000"/>
            <a:headEnd type="none" w="sm" len="sm"/>
            <a:tailEnd type="none" w="sm" len="sm"/>
          </a:ln>
        </p:spPr>
        <p:txBody>
          <a:bodyPr spcFirstLastPara="1" wrap="square" lIns="57150" tIns="28575" rIns="57150" bIns="28575" anchor="ctr" anchorCtr="0">
            <a:noAutofit/>
          </a:bodyPr>
          <a:lstStyle/>
          <a:p>
            <a:pPr marL="0" marR="0" lvl="0" indent="0" algn="ctr" rtl="0">
              <a:spcBef>
                <a:spcPts val="0"/>
              </a:spcBef>
              <a:spcAft>
                <a:spcPts val="0"/>
              </a:spcAft>
              <a:buNone/>
            </a:pPr>
            <a:endParaRPr sz="1125">
              <a:solidFill>
                <a:schemeClr val="lt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pic>
        <p:nvPicPr>
          <p:cNvPr id="599" name="Google Shape;599;p34" descr="preencoded.png"/>
          <p:cNvPicPr preferRelativeResize="0"/>
          <p:nvPr/>
        </p:nvPicPr>
        <p:blipFill rotWithShape="1">
          <a:blip r:embed="rId3">
            <a:alphaModFix/>
          </a:blip>
          <a:srcRect/>
          <a:stretch/>
        </p:blipFill>
        <p:spPr>
          <a:xfrm>
            <a:off x="5458675" y="0"/>
            <a:ext cx="3685324" cy="5143500"/>
          </a:xfrm>
          <a:prstGeom prst="rect">
            <a:avLst/>
          </a:prstGeom>
          <a:noFill/>
          <a:ln>
            <a:noFill/>
          </a:ln>
        </p:spPr>
      </p:pic>
      <p:sp>
        <p:nvSpPr>
          <p:cNvPr id="600" name="Google Shape;600;p34"/>
          <p:cNvSpPr/>
          <p:nvPr/>
        </p:nvSpPr>
        <p:spPr>
          <a:xfrm>
            <a:off x="445694" y="2438846"/>
            <a:ext cx="4332900" cy="265800"/>
          </a:xfrm>
          <a:prstGeom prst="rect">
            <a:avLst/>
          </a:prstGeom>
          <a:noFill/>
          <a:ln>
            <a:noFill/>
          </a:ln>
        </p:spPr>
        <p:txBody>
          <a:bodyPr spcFirstLastPara="1" wrap="square" lIns="0" tIns="0" rIns="0" bIns="0" anchor="t" anchorCtr="0">
            <a:noAutofit/>
          </a:bodyPr>
          <a:lstStyle/>
          <a:p>
            <a:pPr marL="0" marR="0" lvl="0" indent="0" algn="l" rtl="0">
              <a:lnSpc>
                <a:spcPct val="124528"/>
              </a:lnSpc>
              <a:spcBef>
                <a:spcPts val="0"/>
              </a:spcBef>
              <a:spcAft>
                <a:spcPts val="0"/>
              </a:spcAft>
              <a:buClr>
                <a:srgbClr val="3B4540"/>
              </a:buClr>
              <a:buSzPts val="1656"/>
              <a:buFont typeface="Fraunces ExtraBold"/>
              <a:buNone/>
            </a:pPr>
            <a:r>
              <a:rPr lang="en-US" sz="2256" b="1">
                <a:solidFill>
                  <a:srgbClr val="3B4540"/>
                </a:solidFill>
                <a:latin typeface="Fraunces ExtraBold"/>
                <a:ea typeface="Fraunces ExtraBold"/>
                <a:cs typeface="Fraunces ExtraBold"/>
                <a:sym typeface="Fraunces ExtraBold"/>
              </a:rPr>
              <a:t>Project Demo - Sprint 3</a:t>
            </a:r>
            <a:endParaRPr sz="2256">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sp>
        <p:nvSpPr>
          <p:cNvPr id="606" name="Google Shape;606;p35"/>
          <p:cNvSpPr/>
          <p:nvPr/>
        </p:nvSpPr>
        <p:spPr>
          <a:xfrm>
            <a:off x="2700469" y="2599620"/>
            <a:ext cx="3513000" cy="354300"/>
          </a:xfrm>
          <a:prstGeom prst="rect">
            <a:avLst/>
          </a:prstGeom>
          <a:noFill/>
          <a:ln>
            <a:noFill/>
          </a:ln>
        </p:spPr>
        <p:txBody>
          <a:bodyPr spcFirstLastPara="1" wrap="square" lIns="0" tIns="0" rIns="0" bIns="0" anchor="t" anchorCtr="0">
            <a:noAutofit/>
          </a:bodyPr>
          <a:lstStyle/>
          <a:p>
            <a:pPr marL="0" marR="0" lvl="0" indent="0" algn="l" rtl="0">
              <a:lnSpc>
                <a:spcPct val="125352"/>
              </a:lnSpc>
              <a:spcBef>
                <a:spcPts val="0"/>
              </a:spcBef>
              <a:spcAft>
                <a:spcPts val="0"/>
              </a:spcAft>
              <a:buClr>
                <a:srgbClr val="3B4540"/>
              </a:buClr>
              <a:buSzPts val="2219"/>
              <a:buFont typeface="Fraunces ExtraBold"/>
              <a:buNone/>
            </a:pPr>
            <a:r>
              <a:rPr lang="en-US" sz="2219" b="1">
                <a:solidFill>
                  <a:srgbClr val="3B4540"/>
                </a:solidFill>
                <a:latin typeface="Fraunces ExtraBold"/>
                <a:ea typeface="Fraunces ExtraBold"/>
                <a:cs typeface="Fraunces ExtraBold"/>
                <a:sym typeface="Fraunces ExtraBold"/>
              </a:rPr>
              <a:t>Application Screenshots</a:t>
            </a:r>
            <a:endParaRPr sz="2219">
              <a:solidFill>
                <a:schemeClr val="dk1"/>
              </a:solidFill>
              <a:latin typeface="Calibri"/>
              <a:ea typeface="Calibri"/>
              <a:cs typeface="Calibri"/>
              <a:sym typeface="Calibri"/>
            </a:endParaRPr>
          </a:p>
        </p:txBody>
      </p:sp>
      <p:sp>
        <p:nvSpPr>
          <p:cNvPr id="607" name="Google Shape;607;p35"/>
          <p:cNvSpPr/>
          <p:nvPr/>
        </p:nvSpPr>
        <p:spPr>
          <a:xfrm>
            <a:off x="8052371" y="4873803"/>
            <a:ext cx="1027500" cy="186300"/>
          </a:xfrm>
          <a:prstGeom prst="rect">
            <a:avLst/>
          </a:prstGeom>
          <a:solidFill>
            <a:schemeClr val="lt1"/>
          </a:solidFill>
          <a:ln w="7950" cap="flat" cmpd="sng">
            <a:solidFill>
              <a:schemeClr val="lt1"/>
            </a:solidFill>
            <a:prstDash val="solid"/>
            <a:miter lim="800000"/>
            <a:headEnd type="none" w="sm" len="sm"/>
            <a:tailEnd type="none" w="sm" len="sm"/>
          </a:ln>
        </p:spPr>
        <p:txBody>
          <a:bodyPr spcFirstLastPara="1" wrap="square" lIns="57150" tIns="28575" rIns="57150" bIns="28575" anchor="ctr" anchorCtr="0">
            <a:noAutofit/>
          </a:bodyPr>
          <a:lstStyle/>
          <a:p>
            <a:pPr marL="0" marR="0" lvl="0" indent="0" algn="ctr" rtl="0">
              <a:spcBef>
                <a:spcPts val="0"/>
              </a:spcBef>
              <a:spcAft>
                <a:spcPts val="0"/>
              </a:spcAft>
              <a:buNone/>
            </a:pPr>
            <a:endParaRPr sz="1125">
              <a:solidFill>
                <a:schemeClr val="lt1"/>
              </a:solidFill>
              <a:latin typeface="Calibri"/>
              <a:ea typeface="Calibri"/>
              <a:cs typeface="Calibri"/>
              <a:sym typeface="Calibri"/>
            </a:endParaRPr>
          </a:p>
        </p:txBody>
      </p:sp>
      <p:pic>
        <p:nvPicPr>
          <p:cNvPr id="608" name="Google Shape;608;p35"/>
          <p:cNvPicPr preferRelativeResize="0"/>
          <p:nvPr/>
        </p:nvPicPr>
        <p:blipFill>
          <a:blip r:embed="rId3">
            <a:alphaModFix/>
          </a:blip>
          <a:stretch>
            <a:fillRect/>
          </a:stretch>
        </p:blipFill>
        <p:spPr>
          <a:xfrm>
            <a:off x="0" y="0"/>
            <a:ext cx="4096676" cy="2360401"/>
          </a:xfrm>
          <a:prstGeom prst="rect">
            <a:avLst/>
          </a:prstGeom>
          <a:noFill/>
          <a:ln>
            <a:noFill/>
          </a:ln>
        </p:spPr>
      </p:pic>
      <p:pic>
        <p:nvPicPr>
          <p:cNvPr id="609" name="Google Shape;609;p35"/>
          <p:cNvPicPr preferRelativeResize="0"/>
          <p:nvPr/>
        </p:nvPicPr>
        <p:blipFill>
          <a:blip r:embed="rId4">
            <a:alphaModFix/>
          </a:blip>
          <a:stretch>
            <a:fillRect/>
          </a:stretch>
        </p:blipFill>
        <p:spPr>
          <a:xfrm>
            <a:off x="5015845" y="0"/>
            <a:ext cx="4128154" cy="2360399"/>
          </a:xfrm>
          <a:prstGeom prst="rect">
            <a:avLst/>
          </a:prstGeom>
          <a:noFill/>
          <a:ln>
            <a:noFill/>
          </a:ln>
        </p:spPr>
      </p:pic>
      <p:pic>
        <p:nvPicPr>
          <p:cNvPr id="610" name="Google Shape;610;p35"/>
          <p:cNvPicPr preferRelativeResize="0"/>
          <p:nvPr/>
        </p:nvPicPr>
        <p:blipFill>
          <a:blip r:embed="rId5">
            <a:alphaModFix/>
          </a:blip>
          <a:stretch>
            <a:fillRect/>
          </a:stretch>
        </p:blipFill>
        <p:spPr>
          <a:xfrm>
            <a:off x="0" y="3106325"/>
            <a:ext cx="4096676" cy="2037176"/>
          </a:xfrm>
          <a:prstGeom prst="rect">
            <a:avLst/>
          </a:prstGeom>
          <a:noFill/>
          <a:ln>
            <a:noFill/>
          </a:ln>
        </p:spPr>
      </p:pic>
      <p:pic>
        <p:nvPicPr>
          <p:cNvPr id="611" name="Google Shape;611;p35"/>
          <p:cNvPicPr preferRelativeResize="0"/>
          <p:nvPr/>
        </p:nvPicPr>
        <p:blipFill>
          <a:blip r:embed="rId6">
            <a:alphaModFix/>
          </a:blip>
          <a:stretch>
            <a:fillRect/>
          </a:stretch>
        </p:blipFill>
        <p:spPr>
          <a:xfrm>
            <a:off x="5015850" y="3106325"/>
            <a:ext cx="4128148" cy="20371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36"/>
          <p:cNvSpPr/>
          <p:nvPr/>
        </p:nvSpPr>
        <p:spPr>
          <a:xfrm>
            <a:off x="496119" y="2350219"/>
            <a:ext cx="4627200" cy="443100"/>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3B4540"/>
              </a:buClr>
              <a:buSzPts val="2781"/>
              <a:buFont typeface="Fraunces ExtraBold"/>
              <a:buNone/>
            </a:pPr>
            <a:r>
              <a:rPr lang="en-US" sz="2781" b="1">
                <a:solidFill>
                  <a:srgbClr val="3B4540"/>
                </a:solidFill>
                <a:latin typeface="Fraunces ExtraBold"/>
                <a:ea typeface="Fraunces ExtraBold"/>
                <a:cs typeface="Fraunces ExtraBold"/>
                <a:sym typeface="Fraunces ExtraBold"/>
              </a:rPr>
              <a:t>Working API Screenshots</a:t>
            </a:r>
            <a:endParaRPr sz="2781">
              <a:solidFill>
                <a:schemeClr val="dk1"/>
              </a:solidFill>
              <a:latin typeface="Calibri"/>
              <a:ea typeface="Calibri"/>
              <a:cs typeface="Calibri"/>
              <a:sym typeface="Calibri"/>
            </a:endParaRPr>
          </a:p>
        </p:txBody>
      </p:sp>
      <p:sp>
        <p:nvSpPr>
          <p:cNvPr id="618" name="Google Shape;618;p36"/>
          <p:cNvSpPr/>
          <p:nvPr/>
        </p:nvSpPr>
        <p:spPr>
          <a:xfrm>
            <a:off x="8058792" y="4867382"/>
            <a:ext cx="1014600" cy="205500"/>
          </a:xfrm>
          <a:prstGeom prst="rect">
            <a:avLst/>
          </a:prstGeom>
          <a:solidFill>
            <a:schemeClr val="lt1"/>
          </a:solidFill>
          <a:ln w="7950" cap="flat" cmpd="sng">
            <a:solidFill>
              <a:schemeClr val="lt1"/>
            </a:solidFill>
            <a:prstDash val="solid"/>
            <a:miter lim="800000"/>
            <a:headEnd type="none" w="sm" len="sm"/>
            <a:tailEnd type="none" w="sm" len="sm"/>
          </a:ln>
        </p:spPr>
        <p:txBody>
          <a:bodyPr spcFirstLastPara="1" wrap="square" lIns="57150" tIns="28575" rIns="57150" bIns="28575" anchor="ctr" anchorCtr="0">
            <a:noAutofit/>
          </a:bodyPr>
          <a:lstStyle/>
          <a:p>
            <a:pPr marL="0" marR="0" lvl="0" indent="0" algn="ctr" rtl="0">
              <a:spcBef>
                <a:spcPts val="0"/>
              </a:spcBef>
              <a:spcAft>
                <a:spcPts val="0"/>
              </a:spcAft>
              <a:buNone/>
            </a:pPr>
            <a:endParaRPr sz="1125">
              <a:solidFill>
                <a:schemeClr val="lt1"/>
              </a:solidFill>
              <a:latin typeface="Calibri"/>
              <a:ea typeface="Calibri"/>
              <a:cs typeface="Calibri"/>
              <a:sym typeface="Calibri"/>
            </a:endParaRPr>
          </a:p>
        </p:txBody>
      </p:sp>
      <p:pic>
        <p:nvPicPr>
          <p:cNvPr id="619" name="Google Shape;619;p36"/>
          <p:cNvPicPr preferRelativeResize="0"/>
          <p:nvPr/>
        </p:nvPicPr>
        <p:blipFill>
          <a:blip r:embed="rId3">
            <a:alphaModFix/>
          </a:blip>
          <a:stretch>
            <a:fillRect/>
          </a:stretch>
        </p:blipFill>
        <p:spPr>
          <a:xfrm>
            <a:off x="4936913" y="272625"/>
            <a:ext cx="3655424" cy="2077600"/>
          </a:xfrm>
          <a:prstGeom prst="rect">
            <a:avLst/>
          </a:prstGeom>
          <a:noFill/>
          <a:ln>
            <a:noFill/>
          </a:ln>
        </p:spPr>
      </p:pic>
      <p:pic>
        <p:nvPicPr>
          <p:cNvPr id="620" name="Google Shape;620;p36"/>
          <p:cNvPicPr preferRelativeResize="0"/>
          <p:nvPr/>
        </p:nvPicPr>
        <p:blipFill>
          <a:blip r:embed="rId4">
            <a:alphaModFix/>
          </a:blip>
          <a:stretch>
            <a:fillRect/>
          </a:stretch>
        </p:blipFill>
        <p:spPr>
          <a:xfrm>
            <a:off x="4959600" y="2912125"/>
            <a:ext cx="3610051" cy="20776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25"/>
        <p:cNvGrpSpPr/>
        <p:nvPr/>
      </p:nvGrpSpPr>
      <p:grpSpPr>
        <a:xfrm>
          <a:off x="0" y="0"/>
          <a:ext cx="0" cy="0"/>
          <a:chOff x="0" y="0"/>
          <a:chExt cx="0" cy="0"/>
        </a:xfrm>
      </p:grpSpPr>
      <p:sp>
        <p:nvSpPr>
          <p:cNvPr id="626" name="Google Shape;626;p37"/>
          <p:cNvSpPr/>
          <p:nvPr/>
        </p:nvSpPr>
        <p:spPr>
          <a:xfrm>
            <a:off x="470894" y="3047167"/>
            <a:ext cx="4067700" cy="443100"/>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3B4540"/>
              </a:buClr>
              <a:buSzPts val="2781"/>
              <a:buFont typeface="Fraunces ExtraBold"/>
              <a:buNone/>
            </a:pPr>
            <a:r>
              <a:rPr lang="en-US" sz="2781" b="1">
                <a:solidFill>
                  <a:srgbClr val="3B4540"/>
                </a:solidFill>
                <a:latin typeface="Fraunces ExtraBold"/>
                <a:ea typeface="Fraunces ExtraBold"/>
                <a:cs typeface="Fraunces ExtraBold"/>
                <a:sym typeface="Fraunces ExtraBold"/>
              </a:rPr>
              <a:t>Live Application Demo</a:t>
            </a:r>
            <a:endParaRPr sz="2781">
              <a:solidFill>
                <a:schemeClr val="dk1"/>
              </a:solidFill>
              <a:latin typeface="Calibri"/>
              <a:ea typeface="Calibri"/>
              <a:cs typeface="Calibri"/>
              <a:sym typeface="Calibri"/>
            </a:endParaRPr>
          </a:p>
        </p:txBody>
      </p:sp>
      <p:sp>
        <p:nvSpPr>
          <p:cNvPr id="627" name="Google Shape;627;p37"/>
          <p:cNvSpPr/>
          <p:nvPr/>
        </p:nvSpPr>
        <p:spPr>
          <a:xfrm>
            <a:off x="8039528" y="4873803"/>
            <a:ext cx="1040400" cy="186300"/>
          </a:xfrm>
          <a:prstGeom prst="rect">
            <a:avLst/>
          </a:prstGeom>
          <a:solidFill>
            <a:schemeClr val="lt1"/>
          </a:solidFill>
          <a:ln w="7950" cap="flat" cmpd="sng">
            <a:solidFill>
              <a:schemeClr val="lt1"/>
            </a:solidFill>
            <a:prstDash val="solid"/>
            <a:miter lim="800000"/>
            <a:headEnd type="none" w="sm" len="sm"/>
            <a:tailEnd type="none" w="sm" len="sm"/>
          </a:ln>
        </p:spPr>
        <p:txBody>
          <a:bodyPr spcFirstLastPara="1" wrap="square" lIns="57150" tIns="28575" rIns="57150" bIns="28575" anchor="ctr" anchorCtr="0">
            <a:noAutofit/>
          </a:bodyPr>
          <a:lstStyle/>
          <a:p>
            <a:pPr marL="0" marR="0" lvl="0" indent="0" algn="ctr" rtl="0">
              <a:spcBef>
                <a:spcPts val="0"/>
              </a:spcBef>
              <a:spcAft>
                <a:spcPts val="0"/>
              </a:spcAft>
              <a:buNone/>
            </a:pPr>
            <a:endParaRPr sz="1125">
              <a:solidFill>
                <a:schemeClr val="lt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sp>
        <p:nvSpPr>
          <p:cNvPr id="633" name="Google Shape;633;p38"/>
          <p:cNvSpPr/>
          <p:nvPr/>
        </p:nvSpPr>
        <p:spPr>
          <a:xfrm>
            <a:off x="496119" y="392981"/>
            <a:ext cx="3685200" cy="3987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B4540"/>
              </a:buClr>
              <a:buSzPts val="2500"/>
              <a:buFont typeface="Fraunces ExtraBold"/>
              <a:buNone/>
            </a:pPr>
            <a:r>
              <a:rPr lang="en-US" sz="2500" b="1">
                <a:solidFill>
                  <a:srgbClr val="3B4540"/>
                </a:solidFill>
                <a:latin typeface="Fraunces ExtraBold"/>
                <a:ea typeface="Fraunces ExtraBold"/>
                <a:cs typeface="Fraunces ExtraBold"/>
                <a:sym typeface="Fraunces ExtraBold"/>
              </a:rPr>
              <a:t>GitHub Wiki Page Link</a:t>
            </a:r>
            <a:endParaRPr sz="2500">
              <a:solidFill>
                <a:schemeClr val="dk1"/>
              </a:solidFill>
              <a:latin typeface="Calibri"/>
              <a:ea typeface="Calibri"/>
              <a:cs typeface="Calibri"/>
              <a:sym typeface="Calibri"/>
            </a:endParaRPr>
          </a:p>
        </p:txBody>
      </p:sp>
      <p:pic>
        <p:nvPicPr>
          <p:cNvPr id="634" name="Google Shape;634;p38" descr="preencoded.png"/>
          <p:cNvPicPr preferRelativeResize="0"/>
          <p:nvPr/>
        </p:nvPicPr>
        <p:blipFill rotWithShape="1">
          <a:blip r:embed="rId3">
            <a:alphaModFix/>
          </a:blip>
          <a:srcRect/>
          <a:stretch/>
        </p:blipFill>
        <p:spPr>
          <a:xfrm>
            <a:off x="496119" y="1093068"/>
            <a:ext cx="3528194" cy="3528194"/>
          </a:xfrm>
          <a:prstGeom prst="rect">
            <a:avLst/>
          </a:prstGeom>
          <a:noFill/>
          <a:ln>
            <a:noFill/>
          </a:ln>
        </p:spPr>
      </p:pic>
      <p:sp>
        <p:nvSpPr>
          <p:cNvPr id="635" name="Google Shape;635;p38"/>
          <p:cNvSpPr/>
          <p:nvPr/>
        </p:nvSpPr>
        <p:spPr>
          <a:xfrm>
            <a:off x="4694538" y="2210847"/>
            <a:ext cx="3920400" cy="1938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438951"/>
              </a:buClr>
              <a:buSzPts val="1000"/>
              <a:buFont typeface="Nobile"/>
              <a:buNone/>
            </a:pPr>
            <a:r>
              <a:rPr lang="en-US" sz="1100" u="sng">
                <a:solidFill>
                  <a:srgbClr val="438951"/>
                </a:solidFill>
                <a:latin typeface="Nobile"/>
                <a:ea typeface="Nobile"/>
                <a:cs typeface="Nobile"/>
                <a:sym typeface="Nobile"/>
                <a:hlinkClick r:id="rId4">
                  <a:extLst>
                    <a:ext uri="{A12FA001-AC4F-418D-AE19-62706E023703}">
                      <ahyp:hlinkClr xmlns:ahyp="http://schemas.microsoft.com/office/drawing/2018/hyperlinkcolor" val="tx"/>
                    </a:ext>
                  </a:extLst>
                </a:hlinkClick>
              </a:rPr>
              <a:t>SharvaniKadarla/RippleWealth Wiki Page (github.com)</a:t>
            </a:r>
            <a:endParaRPr sz="1100">
              <a:solidFill>
                <a:schemeClr val="dk1"/>
              </a:solidFill>
              <a:latin typeface="Calibri"/>
              <a:ea typeface="Calibri"/>
              <a:cs typeface="Calibri"/>
              <a:sym typeface="Calibri"/>
            </a:endParaRPr>
          </a:p>
        </p:txBody>
      </p:sp>
      <p:pic>
        <p:nvPicPr>
          <p:cNvPr id="636" name="Google Shape;636;p38" descr="preencoded.png">
            <a:hlinkClick r:id="rId4"/>
          </p:cNvPr>
          <p:cNvPicPr preferRelativeResize="0"/>
          <p:nvPr/>
        </p:nvPicPr>
        <p:blipFill rotWithShape="1">
          <a:blip r:embed="rId5">
            <a:alphaModFix/>
          </a:blip>
          <a:srcRect/>
          <a:stretch/>
        </p:blipFill>
        <p:spPr>
          <a:xfrm>
            <a:off x="4694553" y="2533949"/>
            <a:ext cx="1455376" cy="398700"/>
          </a:xfrm>
          <a:prstGeom prst="rect">
            <a:avLst/>
          </a:prstGeom>
          <a:noFill/>
          <a:ln>
            <a:noFill/>
          </a:ln>
        </p:spPr>
      </p:pic>
      <p:sp>
        <p:nvSpPr>
          <p:cNvPr id="637" name="Google Shape;637;p38"/>
          <p:cNvSpPr/>
          <p:nvPr/>
        </p:nvSpPr>
        <p:spPr>
          <a:xfrm>
            <a:off x="8039528" y="4854540"/>
            <a:ext cx="1027500" cy="243900"/>
          </a:xfrm>
          <a:prstGeom prst="rect">
            <a:avLst/>
          </a:prstGeom>
          <a:solidFill>
            <a:schemeClr val="lt1"/>
          </a:solidFill>
          <a:ln w="7950" cap="flat" cmpd="sng">
            <a:solidFill>
              <a:schemeClr val="lt1"/>
            </a:solidFill>
            <a:prstDash val="solid"/>
            <a:miter lim="800000"/>
            <a:headEnd type="none" w="sm" len="sm"/>
            <a:tailEnd type="none" w="sm" len="sm"/>
          </a:ln>
        </p:spPr>
        <p:txBody>
          <a:bodyPr spcFirstLastPara="1" wrap="square" lIns="57150" tIns="28575" rIns="57150" bIns="28575" anchor="ctr" anchorCtr="0">
            <a:noAutofit/>
          </a:bodyPr>
          <a:lstStyle/>
          <a:p>
            <a:pPr marL="0" marR="0" lvl="0" indent="0" algn="ctr" rtl="0">
              <a:spcBef>
                <a:spcPts val="0"/>
              </a:spcBef>
              <a:spcAft>
                <a:spcPts val="0"/>
              </a:spcAft>
              <a:buNone/>
            </a:pPr>
            <a:endParaRPr sz="1125">
              <a:solidFill>
                <a:schemeClr val="lt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43" name="Google Shape;643;p39"/>
          <p:cNvSpPr/>
          <p:nvPr/>
        </p:nvSpPr>
        <p:spPr>
          <a:xfrm>
            <a:off x="496118" y="716706"/>
            <a:ext cx="4666645" cy="443100"/>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3B4540"/>
              </a:buClr>
              <a:buSzPts val="2781"/>
              <a:buFont typeface="Fraunces ExtraBold"/>
              <a:buNone/>
            </a:pPr>
            <a:r>
              <a:rPr lang="en-US" sz="2781" b="1" dirty="0">
                <a:solidFill>
                  <a:srgbClr val="3B4540"/>
                </a:solidFill>
                <a:latin typeface="Fraunces ExtraBold"/>
                <a:ea typeface="Fraunces ExtraBold"/>
                <a:cs typeface="Fraunces ExtraBold"/>
                <a:sym typeface="Fraunces ExtraBold"/>
              </a:rPr>
              <a:t>Technical Paper Link</a:t>
            </a:r>
            <a:endParaRPr sz="2781" dirty="0">
              <a:solidFill>
                <a:schemeClr val="dk1"/>
              </a:solidFill>
              <a:latin typeface="Calibri"/>
              <a:ea typeface="Calibri"/>
              <a:cs typeface="Calibri"/>
              <a:sym typeface="Calibri"/>
            </a:endParaRPr>
          </a:p>
        </p:txBody>
      </p:sp>
      <p:pic>
        <p:nvPicPr>
          <p:cNvPr id="644" name="Google Shape;644;p39" descr="preencoded.png"/>
          <p:cNvPicPr preferRelativeResize="0"/>
          <p:nvPr/>
        </p:nvPicPr>
        <p:blipFill rotWithShape="1">
          <a:blip r:embed="rId3">
            <a:alphaModFix/>
          </a:blip>
          <a:srcRect/>
          <a:stretch/>
        </p:blipFill>
        <p:spPr>
          <a:xfrm>
            <a:off x="496135" y="1523182"/>
            <a:ext cx="2779725" cy="2779725"/>
          </a:xfrm>
          <a:prstGeom prst="rect">
            <a:avLst/>
          </a:prstGeom>
          <a:noFill/>
          <a:ln>
            <a:noFill/>
          </a:ln>
        </p:spPr>
      </p:pic>
      <p:sp>
        <p:nvSpPr>
          <p:cNvPr id="645" name="Google Shape;645;p39"/>
          <p:cNvSpPr/>
          <p:nvPr/>
        </p:nvSpPr>
        <p:spPr>
          <a:xfrm>
            <a:off x="4774876" y="2346151"/>
            <a:ext cx="3903000" cy="2268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438951"/>
              </a:buClr>
              <a:buSzPts val="1094"/>
              <a:buFont typeface="Nobile"/>
              <a:buNone/>
            </a:pPr>
            <a:r>
              <a:rPr lang="en-US" sz="1194" u="sng">
                <a:solidFill>
                  <a:schemeClr val="hlink"/>
                </a:solidFill>
                <a:latin typeface="Nobile"/>
                <a:ea typeface="Nobile"/>
                <a:cs typeface="Nobile"/>
                <a:sym typeface="Nobile"/>
                <a:hlinkClick r:id="rId4"/>
              </a:rPr>
              <a:t>RIPPLEWEALTH TECHNICAL PAPER (GITHUB.COM)</a:t>
            </a:r>
            <a:endParaRPr sz="1194">
              <a:solidFill>
                <a:schemeClr val="dk1"/>
              </a:solidFill>
              <a:latin typeface="Calibri"/>
              <a:ea typeface="Calibri"/>
              <a:cs typeface="Calibri"/>
              <a:sym typeface="Calibri"/>
            </a:endParaRPr>
          </a:p>
        </p:txBody>
      </p:sp>
      <p:pic>
        <p:nvPicPr>
          <p:cNvPr id="646" name="Google Shape;646;p39" descr="preencoded.png">
            <a:hlinkClick r:id="rId4"/>
          </p:cNvPr>
          <p:cNvPicPr preferRelativeResize="0"/>
          <p:nvPr/>
        </p:nvPicPr>
        <p:blipFill rotWithShape="1">
          <a:blip r:embed="rId5">
            <a:alphaModFix/>
          </a:blip>
          <a:srcRect/>
          <a:stretch/>
        </p:blipFill>
        <p:spPr>
          <a:xfrm>
            <a:off x="4774875" y="2732438"/>
            <a:ext cx="1617312" cy="443100"/>
          </a:xfrm>
          <a:prstGeom prst="rect">
            <a:avLst/>
          </a:prstGeom>
          <a:noFill/>
          <a:ln>
            <a:noFill/>
          </a:ln>
        </p:spPr>
      </p:pic>
      <p:sp>
        <p:nvSpPr>
          <p:cNvPr id="647" name="Google Shape;647;p39"/>
          <p:cNvSpPr/>
          <p:nvPr/>
        </p:nvSpPr>
        <p:spPr>
          <a:xfrm>
            <a:off x="8045949" y="4854539"/>
            <a:ext cx="1027500" cy="226800"/>
          </a:xfrm>
          <a:prstGeom prst="rect">
            <a:avLst/>
          </a:prstGeom>
          <a:solidFill>
            <a:schemeClr val="lt1"/>
          </a:solidFill>
          <a:ln w="7950" cap="flat" cmpd="sng">
            <a:solidFill>
              <a:schemeClr val="lt1"/>
            </a:solidFill>
            <a:prstDash val="solid"/>
            <a:miter lim="800000"/>
            <a:headEnd type="none" w="sm" len="sm"/>
            <a:tailEnd type="none" w="sm" len="sm"/>
          </a:ln>
        </p:spPr>
        <p:txBody>
          <a:bodyPr spcFirstLastPara="1" wrap="square" lIns="57150" tIns="28575" rIns="57150" bIns="28575" anchor="ctr" anchorCtr="0">
            <a:noAutofit/>
          </a:bodyPr>
          <a:lstStyle/>
          <a:p>
            <a:pPr marL="0" marR="0" lvl="0" indent="0" algn="ctr" rtl="0">
              <a:spcBef>
                <a:spcPts val="0"/>
              </a:spcBef>
              <a:spcAft>
                <a:spcPts val="0"/>
              </a:spcAft>
              <a:buNone/>
            </a:pPr>
            <a:endParaRPr sz="1125">
              <a:solidFill>
                <a:schemeClr val="lt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sp>
        <p:nvSpPr>
          <p:cNvPr id="653" name="Google Shape;653;g39731e1129b_0_31"/>
          <p:cNvSpPr/>
          <p:nvPr/>
        </p:nvSpPr>
        <p:spPr>
          <a:xfrm>
            <a:off x="496129" y="754478"/>
            <a:ext cx="6090300" cy="443100"/>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3B4540"/>
              </a:buClr>
              <a:buSzPts val="2781"/>
              <a:buFont typeface="Fraunces ExtraBold"/>
              <a:buNone/>
            </a:pPr>
            <a:r>
              <a:rPr lang="en-US" sz="2781" b="1">
                <a:solidFill>
                  <a:srgbClr val="3B4540"/>
                </a:solidFill>
                <a:latin typeface="Fraunces ExtraBold"/>
                <a:ea typeface="Fraunces ExtraBold"/>
                <a:cs typeface="Fraunces ExtraBold"/>
                <a:sym typeface="Fraunces ExtraBold"/>
              </a:rPr>
              <a:t>Deployment Manual Link</a:t>
            </a:r>
            <a:endParaRPr sz="2781">
              <a:solidFill>
                <a:schemeClr val="dk1"/>
              </a:solidFill>
              <a:latin typeface="Calibri"/>
              <a:ea typeface="Calibri"/>
              <a:cs typeface="Calibri"/>
              <a:sym typeface="Calibri"/>
            </a:endParaRPr>
          </a:p>
        </p:txBody>
      </p:sp>
      <p:sp>
        <p:nvSpPr>
          <p:cNvPr id="654" name="Google Shape;654;g39731e1129b_0_31"/>
          <p:cNvSpPr/>
          <p:nvPr/>
        </p:nvSpPr>
        <p:spPr>
          <a:xfrm>
            <a:off x="4714875" y="2332538"/>
            <a:ext cx="4177200" cy="2268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438951"/>
              </a:buClr>
              <a:buSzPts val="1094"/>
              <a:buFont typeface="Nobile"/>
              <a:buNone/>
            </a:pPr>
            <a:r>
              <a:rPr lang="en-US" sz="1200" u="sng">
                <a:solidFill>
                  <a:schemeClr val="hlink"/>
                </a:solidFill>
                <a:latin typeface="Nobile"/>
                <a:ea typeface="Nobile"/>
                <a:cs typeface="Nobile"/>
                <a:sym typeface="Nobile"/>
                <a:hlinkClick r:id="rId3"/>
              </a:rPr>
              <a:t>RIPPLEWEALTH DEPLOYMENT MANUAL (GITHUB.COM)</a:t>
            </a:r>
            <a:endParaRPr sz="1200">
              <a:solidFill>
                <a:schemeClr val="dk1"/>
              </a:solidFill>
              <a:latin typeface="Calibri"/>
              <a:ea typeface="Calibri"/>
              <a:cs typeface="Calibri"/>
              <a:sym typeface="Calibri"/>
            </a:endParaRPr>
          </a:p>
        </p:txBody>
      </p:sp>
      <p:pic>
        <p:nvPicPr>
          <p:cNvPr id="655" name="Google Shape;655;g39731e1129b_0_31" descr="preencoded.png">
            <a:hlinkClick r:id="rId3"/>
          </p:cNvPr>
          <p:cNvPicPr preferRelativeResize="0"/>
          <p:nvPr/>
        </p:nvPicPr>
        <p:blipFill rotWithShape="1">
          <a:blip r:embed="rId4">
            <a:alphaModFix/>
          </a:blip>
          <a:srcRect/>
          <a:stretch/>
        </p:blipFill>
        <p:spPr>
          <a:xfrm>
            <a:off x="4714875" y="2705313"/>
            <a:ext cx="1617312" cy="443100"/>
          </a:xfrm>
          <a:prstGeom prst="rect">
            <a:avLst/>
          </a:prstGeom>
          <a:noFill/>
          <a:ln>
            <a:noFill/>
          </a:ln>
        </p:spPr>
      </p:pic>
      <p:sp>
        <p:nvSpPr>
          <p:cNvPr id="656" name="Google Shape;656;g39731e1129b_0_31"/>
          <p:cNvSpPr/>
          <p:nvPr/>
        </p:nvSpPr>
        <p:spPr>
          <a:xfrm>
            <a:off x="8045949" y="4854539"/>
            <a:ext cx="1027500" cy="226800"/>
          </a:xfrm>
          <a:prstGeom prst="rect">
            <a:avLst/>
          </a:prstGeom>
          <a:solidFill>
            <a:schemeClr val="lt1"/>
          </a:solidFill>
          <a:ln w="7950" cap="flat" cmpd="sng">
            <a:solidFill>
              <a:schemeClr val="lt1"/>
            </a:solidFill>
            <a:prstDash val="solid"/>
            <a:miter lim="800000"/>
            <a:headEnd type="none" w="sm" len="sm"/>
            <a:tailEnd type="none" w="sm" len="sm"/>
          </a:ln>
        </p:spPr>
        <p:txBody>
          <a:bodyPr spcFirstLastPara="1" wrap="square" lIns="57150" tIns="28575" rIns="57150" bIns="28575" anchor="ctr" anchorCtr="0">
            <a:noAutofit/>
          </a:bodyPr>
          <a:lstStyle/>
          <a:p>
            <a:pPr marL="0" marR="0" lvl="0" indent="0" algn="ctr" rtl="0">
              <a:spcBef>
                <a:spcPts val="0"/>
              </a:spcBef>
              <a:spcAft>
                <a:spcPts val="0"/>
              </a:spcAft>
              <a:buNone/>
            </a:pPr>
            <a:endParaRPr sz="1125">
              <a:solidFill>
                <a:schemeClr val="lt1"/>
              </a:solidFill>
              <a:latin typeface="Calibri"/>
              <a:ea typeface="Calibri"/>
              <a:cs typeface="Calibri"/>
              <a:sym typeface="Calibri"/>
            </a:endParaRPr>
          </a:p>
        </p:txBody>
      </p:sp>
      <p:pic>
        <p:nvPicPr>
          <p:cNvPr id="657" name="Google Shape;657;g39731e1129b_0_31"/>
          <p:cNvPicPr preferRelativeResize="0"/>
          <p:nvPr/>
        </p:nvPicPr>
        <p:blipFill rotWithShape="1">
          <a:blip r:embed="rId5">
            <a:alphaModFix/>
          </a:blip>
          <a:srcRect r="5437"/>
          <a:stretch/>
        </p:blipFill>
        <p:spPr>
          <a:xfrm>
            <a:off x="496125" y="1602125"/>
            <a:ext cx="3943626" cy="2276699"/>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62"/>
        <p:cNvGrpSpPr/>
        <p:nvPr/>
      </p:nvGrpSpPr>
      <p:grpSpPr>
        <a:xfrm>
          <a:off x="0" y="0"/>
          <a:ext cx="0" cy="0"/>
          <a:chOff x="0" y="0"/>
          <a:chExt cx="0" cy="0"/>
        </a:xfrm>
      </p:grpSpPr>
      <p:sp>
        <p:nvSpPr>
          <p:cNvPr id="663" name="Google Shape;663;g39731e1129b_0_40"/>
          <p:cNvSpPr/>
          <p:nvPr/>
        </p:nvSpPr>
        <p:spPr>
          <a:xfrm>
            <a:off x="307029" y="641003"/>
            <a:ext cx="6090300" cy="443100"/>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3B4540"/>
              </a:buClr>
              <a:buSzPts val="2781"/>
              <a:buFont typeface="Fraunces ExtraBold"/>
              <a:buNone/>
            </a:pPr>
            <a:r>
              <a:rPr lang="en-US" sz="2781" b="1">
                <a:solidFill>
                  <a:srgbClr val="3B4540"/>
                </a:solidFill>
                <a:latin typeface="Fraunces ExtraBold"/>
                <a:ea typeface="Fraunces ExtraBold"/>
                <a:cs typeface="Fraunces ExtraBold"/>
                <a:sym typeface="Fraunces ExtraBold"/>
              </a:rPr>
              <a:t>API Documentation Link</a:t>
            </a:r>
            <a:endParaRPr sz="2781">
              <a:solidFill>
                <a:schemeClr val="dk1"/>
              </a:solidFill>
              <a:latin typeface="Calibri"/>
              <a:ea typeface="Calibri"/>
              <a:cs typeface="Calibri"/>
              <a:sym typeface="Calibri"/>
            </a:endParaRPr>
          </a:p>
        </p:txBody>
      </p:sp>
      <p:sp>
        <p:nvSpPr>
          <p:cNvPr id="664" name="Google Shape;664;g39731e1129b_0_40"/>
          <p:cNvSpPr/>
          <p:nvPr/>
        </p:nvSpPr>
        <p:spPr>
          <a:xfrm>
            <a:off x="4724500" y="2413275"/>
            <a:ext cx="4184400" cy="2268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438951"/>
              </a:buClr>
              <a:buSzPts val="1094"/>
              <a:buFont typeface="Nobile"/>
              <a:buNone/>
            </a:pPr>
            <a:r>
              <a:rPr lang="en-US" sz="1200" u="sng">
                <a:solidFill>
                  <a:schemeClr val="hlink"/>
                </a:solidFill>
                <a:latin typeface="Nobile"/>
                <a:ea typeface="Nobile"/>
                <a:cs typeface="Nobile"/>
                <a:sym typeface="Nobile"/>
                <a:hlinkClick r:id="rId3"/>
              </a:rPr>
              <a:t>RIPPLEWEALTH API DOCUMENTATION (GITHUB.COM)</a:t>
            </a:r>
            <a:endParaRPr sz="1200">
              <a:solidFill>
                <a:schemeClr val="dk1"/>
              </a:solidFill>
              <a:latin typeface="Calibri"/>
              <a:ea typeface="Calibri"/>
              <a:cs typeface="Calibri"/>
              <a:sym typeface="Calibri"/>
            </a:endParaRPr>
          </a:p>
        </p:txBody>
      </p:sp>
      <p:pic>
        <p:nvPicPr>
          <p:cNvPr id="665" name="Google Shape;665;g39731e1129b_0_40" descr="preencoded.png">
            <a:hlinkClick r:id="rId3"/>
          </p:cNvPr>
          <p:cNvPicPr preferRelativeResize="0"/>
          <p:nvPr/>
        </p:nvPicPr>
        <p:blipFill rotWithShape="1">
          <a:blip r:embed="rId4">
            <a:alphaModFix/>
          </a:blip>
          <a:srcRect/>
          <a:stretch/>
        </p:blipFill>
        <p:spPr>
          <a:xfrm>
            <a:off x="4724500" y="2799550"/>
            <a:ext cx="1617312" cy="443100"/>
          </a:xfrm>
          <a:prstGeom prst="rect">
            <a:avLst/>
          </a:prstGeom>
          <a:noFill/>
          <a:ln>
            <a:noFill/>
          </a:ln>
        </p:spPr>
      </p:pic>
      <p:sp>
        <p:nvSpPr>
          <p:cNvPr id="666" name="Google Shape;666;g39731e1129b_0_40"/>
          <p:cNvSpPr/>
          <p:nvPr/>
        </p:nvSpPr>
        <p:spPr>
          <a:xfrm>
            <a:off x="8045949" y="4854539"/>
            <a:ext cx="1027500" cy="226800"/>
          </a:xfrm>
          <a:prstGeom prst="rect">
            <a:avLst/>
          </a:prstGeom>
          <a:solidFill>
            <a:schemeClr val="lt1"/>
          </a:solidFill>
          <a:ln w="7950" cap="flat" cmpd="sng">
            <a:solidFill>
              <a:schemeClr val="lt1"/>
            </a:solidFill>
            <a:prstDash val="solid"/>
            <a:miter lim="800000"/>
            <a:headEnd type="none" w="sm" len="sm"/>
            <a:tailEnd type="none" w="sm" len="sm"/>
          </a:ln>
        </p:spPr>
        <p:txBody>
          <a:bodyPr spcFirstLastPara="1" wrap="square" lIns="57150" tIns="28575" rIns="57150" bIns="28575" anchor="ctr" anchorCtr="0">
            <a:noAutofit/>
          </a:bodyPr>
          <a:lstStyle/>
          <a:p>
            <a:pPr marL="0" marR="0" lvl="0" indent="0" algn="ctr" rtl="0">
              <a:spcBef>
                <a:spcPts val="0"/>
              </a:spcBef>
              <a:spcAft>
                <a:spcPts val="0"/>
              </a:spcAft>
              <a:buNone/>
            </a:pPr>
            <a:endParaRPr sz="1125">
              <a:solidFill>
                <a:schemeClr val="lt1"/>
              </a:solidFill>
              <a:latin typeface="Calibri"/>
              <a:ea typeface="Calibri"/>
              <a:cs typeface="Calibri"/>
              <a:sym typeface="Calibri"/>
            </a:endParaRPr>
          </a:p>
        </p:txBody>
      </p:sp>
      <p:pic>
        <p:nvPicPr>
          <p:cNvPr id="667" name="Google Shape;667;g39731e1129b_0_40"/>
          <p:cNvPicPr preferRelativeResize="0"/>
          <p:nvPr/>
        </p:nvPicPr>
        <p:blipFill rotWithShape="1">
          <a:blip r:embed="rId5">
            <a:alphaModFix/>
          </a:blip>
          <a:srcRect r="5865"/>
          <a:stretch/>
        </p:blipFill>
        <p:spPr>
          <a:xfrm>
            <a:off x="307025" y="1614725"/>
            <a:ext cx="4184274" cy="242647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p40"/>
          <p:cNvSpPr/>
          <p:nvPr/>
        </p:nvSpPr>
        <p:spPr>
          <a:xfrm>
            <a:off x="496126" y="2350200"/>
            <a:ext cx="4332300" cy="443100"/>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3B4540"/>
              </a:buClr>
              <a:buSzPts val="2781"/>
              <a:buFont typeface="Fraunces ExtraBold"/>
              <a:buNone/>
            </a:pPr>
            <a:r>
              <a:rPr lang="en-US" sz="3000" b="1">
                <a:solidFill>
                  <a:srgbClr val="3B4540"/>
                </a:solidFill>
                <a:latin typeface="Fraunces ExtraBold"/>
                <a:ea typeface="Fraunces ExtraBold"/>
                <a:cs typeface="Fraunces ExtraBold"/>
                <a:sym typeface="Fraunces ExtraBold"/>
              </a:rPr>
              <a:t>THANK YOU</a:t>
            </a:r>
            <a:endParaRPr sz="3000">
              <a:solidFill>
                <a:schemeClr val="dk1"/>
              </a:solidFill>
              <a:latin typeface="Calibri"/>
              <a:ea typeface="Calibri"/>
              <a:cs typeface="Calibri"/>
              <a:sym typeface="Calibri"/>
            </a:endParaRPr>
          </a:p>
        </p:txBody>
      </p:sp>
      <p:sp>
        <p:nvSpPr>
          <p:cNvPr id="674" name="Google Shape;674;p40"/>
          <p:cNvSpPr/>
          <p:nvPr/>
        </p:nvSpPr>
        <p:spPr>
          <a:xfrm>
            <a:off x="8026686" y="4848118"/>
            <a:ext cx="1059600" cy="231300"/>
          </a:xfrm>
          <a:prstGeom prst="rect">
            <a:avLst/>
          </a:prstGeom>
          <a:solidFill>
            <a:schemeClr val="lt1"/>
          </a:solidFill>
          <a:ln w="7950" cap="flat" cmpd="sng">
            <a:solidFill>
              <a:schemeClr val="lt1"/>
            </a:solidFill>
            <a:prstDash val="solid"/>
            <a:miter lim="800000"/>
            <a:headEnd type="none" w="sm" len="sm"/>
            <a:tailEnd type="none" w="sm" len="sm"/>
          </a:ln>
        </p:spPr>
        <p:txBody>
          <a:bodyPr spcFirstLastPara="1" wrap="square" lIns="57150" tIns="28575" rIns="57150" bIns="28575" anchor="ctr" anchorCtr="0">
            <a:noAutofit/>
          </a:bodyPr>
          <a:lstStyle/>
          <a:p>
            <a:pPr marL="0" marR="0" lvl="0" indent="0" algn="ctr" rtl="0">
              <a:spcBef>
                <a:spcPts val="0"/>
              </a:spcBef>
              <a:spcAft>
                <a:spcPts val="0"/>
              </a:spcAft>
              <a:buNone/>
            </a:pPr>
            <a:endParaRPr sz="1125">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2106</Words>
  <Application>Microsoft Office PowerPoint</Application>
  <PresentationFormat>On-screen Show (16:9)</PresentationFormat>
  <Paragraphs>322</Paragraphs>
  <Slides>44</Slides>
  <Notes>44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Fraunces ExtraBold</vt:lpstr>
      <vt:lpstr>Calibri</vt:lpstr>
      <vt:lpstr>Nobile</vt:lpstr>
      <vt:lpstr>Arial</vt:lpstr>
      <vt:lpstr>Fraunces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Sharvani Kadarla</cp:lastModifiedBy>
  <cp:revision>1</cp:revision>
  <dcterms:created xsi:type="dcterms:W3CDTF">2026-04-09T16:32:46Z</dcterms:created>
  <dcterms:modified xsi:type="dcterms:W3CDTF">2026-05-07T02:38:14Z</dcterms:modified>
</cp:coreProperties>
</file>